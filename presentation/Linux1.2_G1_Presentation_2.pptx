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handoutMasterIdLst>
    <p:handoutMasterId r:id="rId42"/>
  </p:handoutMasterIdLst>
  <p:sldIdLst>
    <p:sldId id="266" r:id="rId6"/>
    <p:sldId id="267" r:id="rId7"/>
    <p:sldId id="259"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2" r:id="rId22"/>
    <p:sldId id="281" r:id="rId23"/>
    <p:sldId id="283" r:id="rId24"/>
    <p:sldId id="284" r:id="rId25"/>
    <p:sldId id="295" r:id="rId26"/>
    <p:sldId id="285" r:id="rId27"/>
    <p:sldId id="286" r:id="rId28"/>
    <p:sldId id="297" r:id="rId29"/>
    <p:sldId id="289" r:id="rId30"/>
    <p:sldId id="290" r:id="rId31"/>
    <p:sldId id="293" r:id="rId32"/>
    <p:sldId id="294" r:id="rId33"/>
    <p:sldId id="298" r:id="rId34"/>
    <p:sldId id="299" r:id="rId35"/>
    <p:sldId id="300" r:id="rId36"/>
    <p:sldId id="301" r:id="rId37"/>
    <p:sldId id="302" r:id="rId38"/>
    <p:sldId id="303" r:id="rId39"/>
    <p:sldId id="304" r:id="rId40"/>
    <p:sldId id="265"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880"/>
    <a:srgbClr val="FFDF7D"/>
    <a:srgbClr val="66B3E4"/>
    <a:srgbClr val="ECECEC"/>
    <a:srgbClr val="7FA3BF"/>
    <a:srgbClr val="595959"/>
    <a:srgbClr val="F9F0E0"/>
    <a:srgbClr val="F2F7FA"/>
    <a:srgbClr val="E7E2CA"/>
    <a:srgbClr val="E1EB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837" autoAdjust="0"/>
    <p:restoredTop sz="94660"/>
  </p:normalViewPr>
  <p:slideViewPr>
    <p:cSldViewPr snapToGrid="0">
      <p:cViewPr varScale="1">
        <p:scale>
          <a:sx n="63" d="100"/>
          <a:sy n="63" d="100"/>
        </p:scale>
        <p:origin x="696" y="56"/>
      </p:cViewPr>
      <p:guideLst/>
    </p:cSldViewPr>
  </p:slideViewPr>
  <p:notesTextViewPr>
    <p:cViewPr>
      <p:scale>
        <a:sx n="1" d="1"/>
        <a:sy n="1" d="1"/>
      </p:scale>
      <p:origin x="0" y="0"/>
    </p:cViewPr>
  </p:notesTextViewPr>
  <p:notesViewPr>
    <p:cSldViewPr snapToGrid="0">
      <p:cViewPr varScale="1">
        <p:scale>
          <a:sx n="65" d="100"/>
          <a:sy n="65" d="100"/>
        </p:scale>
        <p:origin x="3154" y="6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handoutMaster" Target="handoutMasters/handoutMaster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C412D67-2B4E-9F55-6EDC-F2256BD0218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5668C3D-E520-C942-CFB7-27E263C06F0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5296E7-6EEA-4CEF-8F27-97AAB1939405}" type="datetimeFigureOut">
              <a:rPr lang="en-US" smtClean="0"/>
              <a:t>10/5/2025</a:t>
            </a:fld>
            <a:endParaRPr lang="en-US"/>
          </a:p>
        </p:txBody>
      </p:sp>
      <p:sp>
        <p:nvSpPr>
          <p:cNvPr id="4" name="Footer Placeholder 3">
            <a:extLst>
              <a:ext uri="{FF2B5EF4-FFF2-40B4-BE49-F238E27FC236}">
                <a16:creationId xmlns:a16="http://schemas.microsoft.com/office/drawing/2014/main" id="{15EDE418-482A-7A43-F10A-2705951C158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3D5FD8-B708-FF93-D8FD-7A2F3AD6180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78EA95-EEDE-466E-B94C-8B572EEF9CB7}" type="slidenum">
              <a:rPr lang="en-US" smtClean="0"/>
              <a:t>‹#›</a:t>
            </a:fld>
            <a:endParaRPr lang="en-US"/>
          </a:p>
        </p:txBody>
      </p:sp>
    </p:spTree>
    <p:extLst>
      <p:ext uri="{BB962C8B-B14F-4D97-AF65-F5344CB8AC3E}">
        <p14:creationId xmlns:p14="http://schemas.microsoft.com/office/powerpoint/2010/main" val="698994862"/>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0EA10B1E-4FA2-D72F-F444-DB648FFEBB9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382" t="1147" b="4270"/>
          <a:stretch/>
        </p:blipFill>
        <p:spPr>
          <a:xfrm>
            <a:off x="-28124" y="0"/>
            <a:ext cx="12220123" cy="6858000"/>
          </a:xfrm>
          <a:prstGeom prst="rect">
            <a:avLst/>
          </a:prstGeom>
        </p:spPr>
      </p:pic>
      <p:sp>
        <p:nvSpPr>
          <p:cNvPr id="16" name="Title 1">
            <a:extLst>
              <a:ext uri="{FF2B5EF4-FFF2-40B4-BE49-F238E27FC236}">
                <a16:creationId xmlns:a16="http://schemas.microsoft.com/office/drawing/2014/main" id="{F6931615-3EFD-406D-8CAB-500F498BBC26}"/>
              </a:ext>
            </a:extLst>
          </p:cNvPr>
          <p:cNvSpPr>
            <a:spLocks noGrp="1"/>
          </p:cNvSpPr>
          <p:nvPr>
            <p:ph type="ctrTitle" hasCustomPrompt="1"/>
          </p:nvPr>
        </p:nvSpPr>
        <p:spPr>
          <a:xfrm>
            <a:off x="1089891" y="3006522"/>
            <a:ext cx="8937171" cy="1421928"/>
          </a:xfrm>
          <a:noFill/>
        </p:spPr>
        <p:txBody>
          <a:bodyPr wrap="square" rtlCol="0">
            <a:spAutoFit/>
          </a:bodyPr>
          <a:lstStyle>
            <a:lvl1pPr>
              <a:defRPr lang="en-US" sz="4800" b="1" dirty="0">
                <a:solidFill>
                  <a:schemeClr val="bg1"/>
                </a:solidFill>
                <a:latin typeface="Frutiger 45 Light" pitchFamily="2" charset="0"/>
                <a:ea typeface="Frutiger 45 Light" pitchFamily="2" charset="0"/>
                <a:cs typeface="Calibri" panose="020F0502020204030204" pitchFamily="34" charset="0"/>
              </a:defRPr>
            </a:lvl1pPr>
          </a:lstStyle>
          <a:p>
            <a:pPr marL="0" lvl="0"/>
            <a:r>
              <a:rPr lang="en-US" dirty="0"/>
              <a:t>Click to edit </a:t>
            </a:r>
            <a:br>
              <a:rPr lang="en-US" dirty="0"/>
            </a:br>
            <a:r>
              <a:rPr lang="en-US" dirty="0"/>
              <a:t>Master title style</a:t>
            </a:r>
          </a:p>
        </p:txBody>
      </p:sp>
      <p:sp>
        <p:nvSpPr>
          <p:cNvPr id="22" name="Title 1">
            <a:extLst>
              <a:ext uri="{FF2B5EF4-FFF2-40B4-BE49-F238E27FC236}">
                <a16:creationId xmlns:a16="http://schemas.microsoft.com/office/drawing/2014/main" id="{51413D66-879B-990C-642E-1E1E0D8F30F0}"/>
              </a:ext>
            </a:extLst>
          </p:cNvPr>
          <p:cNvSpPr txBox="1">
            <a:spLocks/>
          </p:cNvSpPr>
          <p:nvPr userDrawn="1"/>
        </p:nvSpPr>
        <p:spPr>
          <a:xfrm>
            <a:off x="1089891" y="4473456"/>
            <a:ext cx="8937171" cy="438582"/>
          </a:xfrm>
          <a:prstGeom prst="rect">
            <a:avLst/>
          </a:prstGeom>
          <a:no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en-US" sz="4800" b="1" kern="1200" dirty="0">
                <a:solidFill>
                  <a:schemeClr val="bg1"/>
                </a:solidFill>
                <a:latin typeface="Frutiger 45 Light" pitchFamily="2" charset="0"/>
                <a:ea typeface="Frutiger 45 Light" pitchFamily="2" charset="0"/>
                <a:cs typeface="Calibri" panose="020F0502020204030204" pitchFamily="34" charset="0"/>
              </a:defRPr>
            </a:lvl1pPr>
          </a:lstStyle>
          <a:p>
            <a:r>
              <a:rPr lang="en-US" sz="2500" dirty="0"/>
              <a:t>Click to edit Master title style</a:t>
            </a:r>
          </a:p>
        </p:txBody>
      </p:sp>
      <p:sp>
        <p:nvSpPr>
          <p:cNvPr id="2" name="Title 1">
            <a:extLst>
              <a:ext uri="{FF2B5EF4-FFF2-40B4-BE49-F238E27FC236}">
                <a16:creationId xmlns:a16="http://schemas.microsoft.com/office/drawing/2014/main" id="{5E5EFC81-BEEE-352B-0244-DD36B67B80C9}"/>
              </a:ext>
            </a:extLst>
          </p:cNvPr>
          <p:cNvSpPr txBox="1">
            <a:spLocks/>
          </p:cNvSpPr>
          <p:nvPr userDrawn="1"/>
        </p:nvSpPr>
        <p:spPr>
          <a:xfrm>
            <a:off x="1089890" y="5390740"/>
            <a:ext cx="8937171" cy="332079"/>
          </a:xfrm>
          <a:prstGeom prst="rect">
            <a:avLst/>
          </a:prstGeom>
          <a:no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en-US" sz="4800" b="1" kern="1200" dirty="0">
                <a:solidFill>
                  <a:schemeClr val="bg1"/>
                </a:solidFill>
                <a:latin typeface="Frutiger 45 Light" pitchFamily="2" charset="0"/>
                <a:ea typeface="Frutiger 45 Light" pitchFamily="2" charset="0"/>
                <a:cs typeface="Calibri" panose="020F0502020204030204" pitchFamily="34" charset="0"/>
              </a:defRPr>
            </a:lvl1pPr>
          </a:lstStyle>
          <a:p>
            <a:pPr>
              <a:lnSpc>
                <a:spcPts val="2000"/>
              </a:lnSpc>
            </a:pPr>
            <a:r>
              <a:rPr lang="en-US" sz="1400" b="0" dirty="0"/>
              <a:t>May, 2025</a:t>
            </a:r>
          </a:p>
        </p:txBody>
      </p:sp>
      <p:pic>
        <p:nvPicPr>
          <p:cNvPr id="12" name="Picture 11">
            <a:extLst>
              <a:ext uri="{FF2B5EF4-FFF2-40B4-BE49-F238E27FC236}">
                <a16:creationId xmlns:a16="http://schemas.microsoft.com/office/drawing/2014/main" id="{75A4A541-3236-7C7A-108F-C328E38F391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64934" y="323988"/>
            <a:ext cx="2323604" cy="660012"/>
          </a:xfrm>
          <a:prstGeom prst="rect">
            <a:avLst/>
          </a:prstGeom>
        </p:spPr>
      </p:pic>
    </p:spTree>
    <p:extLst>
      <p:ext uri="{BB962C8B-B14F-4D97-AF65-F5344CB8AC3E}">
        <p14:creationId xmlns:p14="http://schemas.microsoft.com/office/powerpoint/2010/main" val="397585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Text Placeholder 13">
            <a:extLst>
              <a:ext uri="{FF2B5EF4-FFF2-40B4-BE49-F238E27FC236}">
                <a16:creationId xmlns:a16="http://schemas.microsoft.com/office/drawing/2014/main" id="{9B01B99F-2CE5-433C-8F7A-483D41C4A998}"/>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pic>
        <p:nvPicPr>
          <p:cNvPr id="22" name="Picture 21" descr="Background pattern&#10;&#10;Description automatically generated">
            <a:extLst>
              <a:ext uri="{FF2B5EF4-FFF2-40B4-BE49-F238E27FC236}">
                <a16:creationId xmlns:a16="http://schemas.microsoft.com/office/drawing/2014/main" id="{27D409DF-402A-DD18-BFCE-8888573143B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23" name="Marcador de número de diapositiva 5">
            <a:extLst>
              <a:ext uri="{FF2B5EF4-FFF2-40B4-BE49-F238E27FC236}">
                <a16:creationId xmlns:a16="http://schemas.microsoft.com/office/drawing/2014/main" id="{B982187F-CBBE-F09C-0F6F-730E0F0B1244}"/>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dirty="0">
              <a:solidFill>
                <a:srgbClr val="00001E"/>
              </a:solidFill>
              <a:latin typeface="Frutiger 45 Light" pitchFamily="2" charset="0"/>
              <a:cs typeface="Calibri" panose="020F0502020204030204" pitchFamily="34" charset="0"/>
            </a:endParaRPr>
          </a:p>
        </p:txBody>
      </p:sp>
      <p:sp>
        <p:nvSpPr>
          <p:cNvPr id="11" name="Content Placeholder 2">
            <a:extLst>
              <a:ext uri="{FF2B5EF4-FFF2-40B4-BE49-F238E27FC236}">
                <a16:creationId xmlns:a16="http://schemas.microsoft.com/office/drawing/2014/main" id="{8E5456A7-BE66-D18D-4755-5BE1D37DDEF5}"/>
              </a:ext>
            </a:extLst>
          </p:cNvPr>
          <p:cNvSpPr>
            <a:spLocks noGrp="1"/>
          </p:cNvSpPr>
          <p:nvPr>
            <p:ph idx="15"/>
          </p:nvPr>
        </p:nvSpPr>
        <p:spPr>
          <a:xfrm>
            <a:off x="533400" y="1822450"/>
            <a:ext cx="11125200" cy="4351338"/>
          </a:xfrm>
        </p:spPr>
        <p:txBody>
          <a:bodyPr>
            <a:normAutofit/>
          </a:bodyPr>
          <a:lstStyle>
            <a:lvl1pPr>
              <a:defRPr lang="en-US" sz="1200" b="1" dirty="0" smtClean="0">
                <a:solidFill>
                  <a:srgbClr val="595959"/>
                </a:solidFill>
                <a:latin typeface="Frutiger 45 Light" pitchFamily="2" charset="0"/>
              </a:defRPr>
            </a:lvl1pPr>
            <a:lvl2pPr>
              <a:defRPr sz="1200">
                <a:solidFill>
                  <a:srgbClr val="595959"/>
                </a:solidFill>
                <a:latin typeface="Frutiger 45 Light" pitchFamily="2" charset="0"/>
              </a:defRPr>
            </a:lvl2pPr>
            <a:lvl3pPr>
              <a:defRPr sz="1200">
                <a:solidFill>
                  <a:srgbClr val="595959"/>
                </a:solidFill>
                <a:latin typeface="Frutiger 45 Light" pitchFamily="2" charset="0"/>
              </a:defRPr>
            </a:lvl3pPr>
            <a:lvl4pPr>
              <a:defRPr sz="1200">
                <a:solidFill>
                  <a:srgbClr val="595959"/>
                </a:solidFill>
                <a:latin typeface="Frutiger 45 Light" pitchFamily="2" charset="0"/>
              </a:defRPr>
            </a:lvl4pPr>
            <a:lvl5pPr>
              <a:defRPr sz="1200">
                <a:solidFill>
                  <a:srgbClr val="595959"/>
                </a:solidFill>
                <a:latin typeface="Frutiger 45 Light" pitchFamily="2" charset="0"/>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dirty="0"/>
              <a:t>Second level</a:t>
            </a:r>
          </a:p>
          <a:p>
            <a:pPr marL="0" lvl="2" indent="0" algn="l" defTabSz="914400" rtl="0" eaLnBrk="1" latinLnBrk="0" hangingPunct="1">
              <a:lnSpc>
                <a:spcPct val="90000"/>
              </a:lnSpc>
              <a:spcBef>
                <a:spcPts val="1000"/>
              </a:spcBef>
              <a:buFont typeface="Arial" panose="020B0604020202020204" pitchFamily="34" charset="0"/>
              <a:buNone/>
            </a:pPr>
            <a:r>
              <a:rPr lang="en-US" dirty="0"/>
              <a:t>Third level</a:t>
            </a:r>
          </a:p>
          <a:p>
            <a:pPr marL="0" lvl="3" indent="0" algn="l" defTabSz="914400" rtl="0" eaLnBrk="1" latinLnBrk="0" hangingPunct="1">
              <a:lnSpc>
                <a:spcPct val="90000"/>
              </a:lnSpc>
              <a:spcBef>
                <a:spcPts val="1000"/>
              </a:spcBef>
              <a:buFont typeface="Arial" panose="020B0604020202020204" pitchFamily="34" charset="0"/>
              <a:buNone/>
            </a:pPr>
            <a:r>
              <a:rPr lang="en-US" dirty="0"/>
              <a:t>Fourth level</a:t>
            </a:r>
          </a:p>
          <a:p>
            <a:pPr marL="0" lvl="4" indent="0" algn="l" defTabSz="914400" rtl="0" eaLnBrk="1" latinLnBrk="0" hangingPunct="1">
              <a:lnSpc>
                <a:spcPct val="90000"/>
              </a:lnSpc>
              <a:spcBef>
                <a:spcPts val="1000"/>
              </a:spcBef>
              <a:buFont typeface="Arial" panose="020B0604020202020204" pitchFamily="34" charset="0"/>
              <a:buNone/>
            </a:pPr>
            <a:r>
              <a:rPr lang="en-US" dirty="0"/>
              <a:t>Fifth level</a:t>
            </a:r>
          </a:p>
        </p:txBody>
      </p:sp>
    </p:spTree>
    <p:extLst>
      <p:ext uri="{BB962C8B-B14F-4D97-AF65-F5344CB8AC3E}">
        <p14:creationId xmlns:p14="http://schemas.microsoft.com/office/powerpoint/2010/main" val="2109235218"/>
      </p:ext>
    </p:extLst>
  </p:cSld>
  <p:clrMapOvr>
    <a:masterClrMapping/>
  </p:clrMapOvr>
  <p:extLst>
    <p:ext uri="{DCECCB84-F9BA-43D5-87BE-67443E8EF086}">
      <p15:sldGuideLst xmlns:p15="http://schemas.microsoft.com/office/powerpoint/2012/main">
        <p15:guide id="1" orient="horz" pos="4032" userDrawn="1">
          <p15:clr>
            <a:srgbClr val="FBAE40"/>
          </p15:clr>
        </p15:guide>
        <p15:guide id="2" pos="336" userDrawn="1">
          <p15:clr>
            <a:srgbClr val="FBAE40"/>
          </p15:clr>
        </p15:guide>
        <p15:guide id="3" orient="horz" pos="288" userDrawn="1">
          <p15:clr>
            <a:srgbClr val="FBAE40"/>
          </p15:clr>
        </p15:guide>
        <p15:guide id="4" pos="734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EF6D7890-7A93-4CCD-A699-B1D9038F3210}"/>
              </a:ext>
            </a:extLst>
          </p:cNvPr>
          <p:cNvSpPr>
            <a:spLocks noGrp="1"/>
          </p:cNvSpPr>
          <p:nvPr>
            <p:ph type="body" sz="quarter" idx="14"/>
          </p:nvPr>
        </p:nvSpPr>
        <p:spPr>
          <a:xfrm>
            <a:off x="533398" y="1497012"/>
            <a:ext cx="11125199" cy="2978005"/>
          </a:xfrm>
        </p:spPr>
        <p:txBody>
          <a:bodyPr numCol="1"/>
          <a:lstStyle>
            <a:lvl1pPr>
              <a:lnSpc>
                <a:spcPts val="1700"/>
              </a:lnSpc>
              <a:defRPr lang="en-US" sz="2400" b="1" kern="1200" dirty="0" smtClean="0">
                <a:solidFill>
                  <a:schemeClr val="tx1"/>
                </a:solidFill>
                <a:latin typeface="+mn-lt"/>
                <a:ea typeface="+mn-ea"/>
                <a:cs typeface="+mn-cs"/>
              </a:defRPr>
            </a:lvl1pPr>
            <a:lvl2pPr>
              <a:lnSpc>
                <a:spcPts val="1700"/>
              </a:lnSpc>
              <a:defRPr lang="en-US" sz="2000" kern="1200" dirty="0" smtClean="0">
                <a:solidFill>
                  <a:schemeClr val="tx1"/>
                </a:solidFill>
                <a:latin typeface="+mn-lt"/>
                <a:ea typeface="+mn-ea"/>
                <a:cs typeface="+mn-cs"/>
              </a:defRPr>
            </a:lvl2pPr>
            <a:lvl3pPr marL="342900" indent="-342900">
              <a:lnSpc>
                <a:spcPts val="1700"/>
              </a:lnSpc>
              <a:defRPr lang="en-US" sz="1800" kern="1200" dirty="0" smtClean="0">
                <a:solidFill>
                  <a:schemeClr val="tx1"/>
                </a:solidFill>
                <a:latin typeface="+mn-lt"/>
                <a:ea typeface="+mn-ea"/>
                <a:cs typeface="+mn-cs"/>
              </a:defRPr>
            </a:lvl3pPr>
            <a:lvl4pPr marL="568325" indent="-228600">
              <a:lnSpc>
                <a:spcPts val="1700"/>
              </a:lnSpc>
              <a:buClr>
                <a:schemeClr val="tx2">
                  <a:lumMod val="50000"/>
                </a:schemeClr>
              </a:buClr>
              <a:buFont typeface="Symbol" panose="05050102010706020507" pitchFamily="18" charset="2"/>
              <a:buChar char="-"/>
              <a:defRPr sz="1400">
                <a:latin typeface="+mn-lt"/>
              </a:defRPr>
            </a:lvl4pPr>
            <a:lvl5pPr marL="914400" indent="-228600">
              <a:lnSpc>
                <a:spcPts val="1700"/>
              </a:lnSpc>
              <a:buClr>
                <a:schemeClr val="tx2">
                  <a:lumMod val="50000"/>
                </a:schemeClr>
              </a:buClr>
              <a:buFont typeface="Symbol" panose="05050102010706020507" pitchFamily="18" charset="2"/>
              <a:buChar char="-"/>
              <a:defRPr sz="1400">
                <a:latin typeface="+mn-lt"/>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dirty="0"/>
              <a:t>Second level</a:t>
            </a:r>
          </a:p>
          <a:p>
            <a:pPr marL="0" lvl="2" indent="0" algn="l" defTabSz="914400" rtl="0" eaLnBrk="1" latinLnBrk="0" hangingPunct="1">
              <a:lnSpc>
                <a:spcPct val="90000"/>
              </a:lnSpc>
              <a:spcBef>
                <a:spcPts val="1000"/>
              </a:spcBef>
              <a:buFont typeface="Arial" panose="020B0604020202020204" pitchFamily="34" charset="0"/>
              <a:buNone/>
            </a:pPr>
            <a:r>
              <a:rPr lang="en-US" dirty="0"/>
              <a:t>Third level</a:t>
            </a:r>
          </a:p>
          <a:p>
            <a:pPr marL="0" lvl="3" indent="0" algn="l" defTabSz="914400" rtl="0" eaLnBrk="1" latinLnBrk="0" hangingPunct="1">
              <a:lnSpc>
                <a:spcPct val="90000"/>
              </a:lnSpc>
              <a:spcBef>
                <a:spcPts val="1000"/>
              </a:spcBef>
              <a:buFont typeface="Arial" panose="020B0604020202020204" pitchFamily="34" charset="0"/>
              <a:buNone/>
            </a:pPr>
            <a:r>
              <a:rPr lang="en-US" dirty="0"/>
              <a:t>Fourth level</a:t>
            </a:r>
          </a:p>
          <a:p>
            <a:pPr marL="0" lvl="4" indent="0" algn="l" defTabSz="914400" rtl="0" eaLnBrk="1" latinLnBrk="0" hangingPunct="1">
              <a:lnSpc>
                <a:spcPct val="90000"/>
              </a:lnSpc>
              <a:spcBef>
                <a:spcPts val="1000"/>
              </a:spcBef>
              <a:buFont typeface="Arial" panose="020B0604020202020204" pitchFamily="34" charset="0"/>
              <a:buNone/>
            </a:pPr>
            <a:r>
              <a:rPr lang="en-US" dirty="0"/>
              <a:t>Fifth level</a:t>
            </a:r>
          </a:p>
        </p:txBody>
      </p:sp>
      <p:sp>
        <p:nvSpPr>
          <p:cNvPr id="11" name="Text Placeholder 13">
            <a:extLst>
              <a:ext uri="{FF2B5EF4-FFF2-40B4-BE49-F238E27FC236}">
                <a16:creationId xmlns:a16="http://schemas.microsoft.com/office/drawing/2014/main" id="{D4C9993D-5B34-D7A9-0B1C-5708E2ECAE83}"/>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pic>
        <p:nvPicPr>
          <p:cNvPr id="7" name="Picture 6" descr="Background pattern&#10;&#10;Description automatically generated">
            <a:extLst>
              <a:ext uri="{FF2B5EF4-FFF2-40B4-BE49-F238E27FC236}">
                <a16:creationId xmlns:a16="http://schemas.microsoft.com/office/drawing/2014/main" id="{438F9EE4-1525-DA32-B6BF-F9D4E4DA00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8" name="Marcador de número de diapositiva 5">
            <a:extLst>
              <a:ext uri="{FF2B5EF4-FFF2-40B4-BE49-F238E27FC236}">
                <a16:creationId xmlns:a16="http://schemas.microsoft.com/office/drawing/2014/main" id="{E9EC46A4-50CA-5032-642E-472F2C66E949}"/>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dirty="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21958657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3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EF6D7890-7A93-4CCD-A699-B1D9038F3210}"/>
              </a:ext>
            </a:extLst>
          </p:cNvPr>
          <p:cNvSpPr>
            <a:spLocks noGrp="1"/>
          </p:cNvSpPr>
          <p:nvPr>
            <p:ph type="body" sz="quarter" idx="14"/>
          </p:nvPr>
        </p:nvSpPr>
        <p:spPr>
          <a:xfrm>
            <a:off x="533398" y="1497012"/>
            <a:ext cx="11125199" cy="2978005"/>
          </a:xfrm>
        </p:spPr>
        <p:txBody>
          <a:bodyPr numCol="2">
            <a:normAutofit/>
          </a:bodyPr>
          <a:lstStyle>
            <a:lvl1pPr>
              <a:lnSpc>
                <a:spcPts val="1700"/>
              </a:lnSpc>
              <a:defRPr lang="en-US" sz="1400" b="1" kern="1200" dirty="0" smtClean="0">
                <a:solidFill>
                  <a:schemeClr val="tx1"/>
                </a:solidFill>
                <a:latin typeface="+mn-lt"/>
                <a:ea typeface="+mn-ea"/>
                <a:cs typeface="+mn-cs"/>
              </a:defRPr>
            </a:lvl1pPr>
            <a:lvl2pPr>
              <a:lnSpc>
                <a:spcPts val="1700"/>
              </a:lnSpc>
              <a:defRPr lang="en-US" sz="1400" kern="1200" dirty="0" smtClean="0">
                <a:solidFill>
                  <a:schemeClr val="tx1"/>
                </a:solidFill>
                <a:latin typeface="+mn-lt"/>
                <a:ea typeface="+mn-ea"/>
                <a:cs typeface="+mn-cs"/>
              </a:defRPr>
            </a:lvl2pPr>
            <a:lvl3pPr marL="342900" indent="-342900">
              <a:lnSpc>
                <a:spcPts val="1700"/>
              </a:lnSpc>
              <a:defRPr lang="en-US" sz="1400" kern="1200" dirty="0" smtClean="0">
                <a:solidFill>
                  <a:schemeClr val="tx1"/>
                </a:solidFill>
                <a:latin typeface="+mn-lt"/>
                <a:ea typeface="+mn-ea"/>
                <a:cs typeface="+mn-cs"/>
              </a:defRPr>
            </a:lvl3pPr>
            <a:lvl4pPr marL="568325" indent="-228600">
              <a:lnSpc>
                <a:spcPts val="1700"/>
              </a:lnSpc>
              <a:buClr>
                <a:schemeClr val="tx2">
                  <a:lumMod val="50000"/>
                </a:schemeClr>
              </a:buClr>
              <a:buFont typeface="Symbol" panose="05050102010706020507" pitchFamily="18" charset="2"/>
              <a:buChar char="-"/>
              <a:defRPr sz="1400">
                <a:latin typeface="+mn-lt"/>
              </a:defRPr>
            </a:lvl4pPr>
            <a:lvl5pPr marL="914400" indent="-228600">
              <a:lnSpc>
                <a:spcPts val="1700"/>
              </a:lnSpc>
              <a:buClr>
                <a:schemeClr val="tx2">
                  <a:lumMod val="50000"/>
                </a:schemeClr>
              </a:buClr>
              <a:buFont typeface="Symbol" panose="05050102010706020507" pitchFamily="18" charset="2"/>
              <a:buChar char="-"/>
              <a:defRPr sz="1400">
                <a:latin typeface="+mn-lt"/>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dirty="0"/>
              <a:t>Second level</a:t>
            </a:r>
          </a:p>
          <a:p>
            <a:pPr marL="0" lvl="2" indent="0" algn="l" defTabSz="914400" rtl="0" eaLnBrk="1" latinLnBrk="0" hangingPunct="1">
              <a:lnSpc>
                <a:spcPct val="90000"/>
              </a:lnSpc>
              <a:spcBef>
                <a:spcPts val="1000"/>
              </a:spcBef>
              <a:buFont typeface="Arial" panose="020B0604020202020204" pitchFamily="34" charset="0"/>
              <a:buNone/>
            </a:pPr>
            <a:r>
              <a:rPr lang="en-US" dirty="0"/>
              <a:t>Third level</a:t>
            </a:r>
          </a:p>
          <a:p>
            <a:pPr marL="0" lvl="3" indent="0" algn="l" defTabSz="914400" rtl="0" eaLnBrk="1" latinLnBrk="0" hangingPunct="1">
              <a:lnSpc>
                <a:spcPct val="90000"/>
              </a:lnSpc>
              <a:spcBef>
                <a:spcPts val="1000"/>
              </a:spcBef>
              <a:buFont typeface="Arial" panose="020B0604020202020204" pitchFamily="34" charset="0"/>
              <a:buNone/>
            </a:pPr>
            <a:r>
              <a:rPr lang="en-US" dirty="0"/>
              <a:t>Fourth level</a:t>
            </a:r>
          </a:p>
          <a:p>
            <a:pPr marL="0" lvl="4" indent="0" algn="l" defTabSz="914400" rtl="0" eaLnBrk="1" latinLnBrk="0" hangingPunct="1">
              <a:lnSpc>
                <a:spcPct val="90000"/>
              </a:lnSpc>
              <a:spcBef>
                <a:spcPts val="1000"/>
              </a:spcBef>
              <a:buFont typeface="Arial" panose="020B0604020202020204" pitchFamily="34" charset="0"/>
              <a:buNone/>
            </a:pPr>
            <a:r>
              <a:rPr lang="en-US" dirty="0"/>
              <a:t>Fifth level</a:t>
            </a:r>
          </a:p>
        </p:txBody>
      </p:sp>
      <p:sp>
        <p:nvSpPr>
          <p:cNvPr id="11" name="Text Placeholder 13">
            <a:extLst>
              <a:ext uri="{FF2B5EF4-FFF2-40B4-BE49-F238E27FC236}">
                <a16:creationId xmlns:a16="http://schemas.microsoft.com/office/drawing/2014/main" id="{D4C9993D-5B34-D7A9-0B1C-5708E2ECAE83}"/>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pic>
        <p:nvPicPr>
          <p:cNvPr id="7" name="Picture 6" descr="Background pattern&#10;&#10;Description automatically generated">
            <a:extLst>
              <a:ext uri="{FF2B5EF4-FFF2-40B4-BE49-F238E27FC236}">
                <a16:creationId xmlns:a16="http://schemas.microsoft.com/office/drawing/2014/main" id="{BAEB0E49-39B0-037C-0357-6C4472DC156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8" name="Marcador de número de diapositiva 5">
            <a:extLst>
              <a:ext uri="{FF2B5EF4-FFF2-40B4-BE49-F238E27FC236}">
                <a16:creationId xmlns:a16="http://schemas.microsoft.com/office/drawing/2014/main" id="{4E4B298F-D75D-0E89-ED3D-DF0CF1A87E27}"/>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dirty="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32066571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3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EF6D7890-7A93-4CCD-A699-B1D9038F3210}"/>
              </a:ext>
            </a:extLst>
          </p:cNvPr>
          <p:cNvSpPr>
            <a:spLocks noGrp="1"/>
          </p:cNvSpPr>
          <p:nvPr>
            <p:ph type="body" sz="quarter" idx="14"/>
          </p:nvPr>
        </p:nvSpPr>
        <p:spPr>
          <a:xfrm>
            <a:off x="533398" y="1497012"/>
            <a:ext cx="11125199" cy="2978005"/>
          </a:xfrm>
        </p:spPr>
        <p:txBody>
          <a:bodyPr numCol="3">
            <a:normAutofit/>
          </a:bodyPr>
          <a:lstStyle>
            <a:lvl1pPr>
              <a:lnSpc>
                <a:spcPts val="1700"/>
              </a:lnSpc>
              <a:defRPr lang="en-US" sz="1400" b="1" kern="1200" dirty="0" smtClean="0">
                <a:solidFill>
                  <a:schemeClr val="tx1"/>
                </a:solidFill>
                <a:latin typeface="+mn-lt"/>
                <a:ea typeface="+mn-ea"/>
                <a:cs typeface="+mn-cs"/>
              </a:defRPr>
            </a:lvl1pPr>
            <a:lvl2pPr>
              <a:lnSpc>
                <a:spcPts val="1700"/>
              </a:lnSpc>
              <a:defRPr lang="en-US" sz="1400" kern="1200" dirty="0" smtClean="0">
                <a:solidFill>
                  <a:schemeClr val="tx1"/>
                </a:solidFill>
                <a:latin typeface="+mn-lt"/>
                <a:ea typeface="+mn-ea"/>
                <a:cs typeface="+mn-cs"/>
              </a:defRPr>
            </a:lvl2pPr>
            <a:lvl3pPr marL="342900" indent="-342900">
              <a:lnSpc>
                <a:spcPts val="1700"/>
              </a:lnSpc>
              <a:defRPr lang="en-US" sz="1400" kern="1200" dirty="0" smtClean="0">
                <a:solidFill>
                  <a:schemeClr val="tx1"/>
                </a:solidFill>
                <a:latin typeface="+mn-lt"/>
                <a:ea typeface="+mn-ea"/>
                <a:cs typeface="+mn-cs"/>
              </a:defRPr>
            </a:lvl3pPr>
            <a:lvl4pPr marL="568325" indent="-228600">
              <a:lnSpc>
                <a:spcPts val="1700"/>
              </a:lnSpc>
              <a:buClr>
                <a:schemeClr val="tx2">
                  <a:lumMod val="50000"/>
                </a:schemeClr>
              </a:buClr>
              <a:buFont typeface="Symbol" panose="05050102010706020507" pitchFamily="18" charset="2"/>
              <a:buChar char="-"/>
              <a:defRPr sz="1400">
                <a:latin typeface="+mn-lt"/>
              </a:defRPr>
            </a:lvl4pPr>
            <a:lvl5pPr marL="914400" indent="-228600">
              <a:lnSpc>
                <a:spcPts val="1700"/>
              </a:lnSpc>
              <a:buClr>
                <a:schemeClr val="tx2">
                  <a:lumMod val="50000"/>
                </a:schemeClr>
              </a:buClr>
              <a:buFont typeface="Symbol" panose="05050102010706020507" pitchFamily="18" charset="2"/>
              <a:buChar char="-"/>
              <a:defRPr sz="1400">
                <a:latin typeface="+mn-lt"/>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dirty="0"/>
              <a:t>Second level</a:t>
            </a:r>
          </a:p>
          <a:p>
            <a:pPr marL="0" lvl="2" indent="0" algn="l" defTabSz="914400" rtl="0" eaLnBrk="1" latinLnBrk="0" hangingPunct="1">
              <a:lnSpc>
                <a:spcPct val="90000"/>
              </a:lnSpc>
              <a:spcBef>
                <a:spcPts val="1000"/>
              </a:spcBef>
              <a:buFont typeface="Arial" panose="020B0604020202020204" pitchFamily="34" charset="0"/>
              <a:buNone/>
            </a:pPr>
            <a:r>
              <a:rPr lang="en-US" dirty="0"/>
              <a:t>Third level</a:t>
            </a:r>
          </a:p>
          <a:p>
            <a:pPr marL="0" lvl="3" indent="0" algn="l" defTabSz="914400" rtl="0" eaLnBrk="1" latinLnBrk="0" hangingPunct="1">
              <a:lnSpc>
                <a:spcPct val="90000"/>
              </a:lnSpc>
              <a:spcBef>
                <a:spcPts val="1000"/>
              </a:spcBef>
              <a:buFont typeface="Arial" panose="020B0604020202020204" pitchFamily="34" charset="0"/>
              <a:buNone/>
            </a:pPr>
            <a:r>
              <a:rPr lang="en-US" dirty="0"/>
              <a:t>Fourth level</a:t>
            </a:r>
          </a:p>
          <a:p>
            <a:pPr marL="0" lvl="4" indent="0" algn="l" defTabSz="914400" rtl="0" eaLnBrk="1" latinLnBrk="0" hangingPunct="1">
              <a:lnSpc>
                <a:spcPct val="90000"/>
              </a:lnSpc>
              <a:spcBef>
                <a:spcPts val="1000"/>
              </a:spcBef>
              <a:buFont typeface="Arial" panose="020B0604020202020204" pitchFamily="34" charset="0"/>
              <a:buNone/>
            </a:pPr>
            <a:r>
              <a:rPr lang="en-US" dirty="0"/>
              <a:t>Fifth level</a:t>
            </a:r>
          </a:p>
        </p:txBody>
      </p:sp>
      <p:sp>
        <p:nvSpPr>
          <p:cNvPr id="11" name="Text Placeholder 13">
            <a:extLst>
              <a:ext uri="{FF2B5EF4-FFF2-40B4-BE49-F238E27FC236}">
                <a16:creationId xmlns:a16="http://schemas.microsoft.com/office/drawing/2014/main" id="{D4C9993D-5B34-D7A9-0B1C-5708E2ECAE83}"/>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pic>
        <p:nvPicPr>
          <p:cNvPr id="7" name="Picture 6" descr="Background pattern&#10;&#10;Description automatically generated">
            <a:extLst>
              <a:ext uri="{FF2B5EF4-FFF2-40B4-BE49-F238E27FC236}">
                <a16:creationId xmlns:a16="http://schemas.microsoft.com/office/drawing/2014/main" id="{07F8B13B-8E7C-F321-BF83-177D747B10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8" name="Marcador de número de diapositiva 5">
            <a:extLst>
              <a:ext uri="{FF2B5EF4-FFF2-40B4-BE49-F238E27FC236}">
                <a16:creationId xmlns:a16="http://schemas.microsoft.com/office/drawing/2014/main" id="{4BB16B3F-018F-71E7-B239-96DA6F36DEB4}"/>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dirty="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24164521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3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F55D43F-875F-4E2B-82B9-5EEDDAEA63F8}"/>
              </a:ext>
            </a:extLst>
          </p:cNvPr>
          <p:cNvSpPr>
            <a:spLocks noGrp="1"/>
          </p:cNvSpPr>
          <p:nvPr>
            <p:ph type="title"/>
          </p:nvPr>
        </p:nvSpPr>
        <p:spPr>
          <a:xfrm>
            <a:off x="533398" y="989299"/>
            <a:ext cx="8610601" cy="2852737"/>
          </a:xfrm>
        </p:spPr>
        <p:txBody>
          <a:bodyPr anchor="b">
            <a:normAutofit/>
          </a:bodyPr>
          <a:lstStyle>
            <a:lvl1pPr>
              <a:defRPr lang="en-US" sz="4400" b="1" kern="1200" dirty="0">
                <a:solidFill>
                  <a:srgbClr val="595959"/>
                </a:solidFill>
                <a:latin typeface="+mj-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title style</a:t>
            </a:r>
          </a:p>
        </p:txBody>
      </p:sp>
      <p:sp>
        <p:nvSpPr>
          <p:cNvPr id="20" name="Text Placeholder 2">
            <a:extLst>
              <a:ext uri="{FF2B5EF4-FFF2-40B4-BE49-F238E27FC236}">
                <a16:creationId xmlns:a16="http://schemas.microsoft.com/office/drawing/2014/main" id="{F18B4745-7445-43DB-B108-3CDCB28A7AE9}"/>
              </a:ext>
            </a:extLst>
          </p:cNvPr>
          <p:cNvSpPr>
            <a:spLocks noGrp="1"/>
          </p:cNvSpPr>
          <p:nvPr>
            <p:ph type="body" idx="1"/>
          </p:nvPr>
        </p:nvSpPr>
        <p:spPr>
          <a:xfrm>
            <a:off x="533398" y="3869024"/>
            <a:ext cx="8610602" cy="1500187"/>
          </a:xfrm>
        </p:spPr>
        <p:txBody>
          <a:bodyPr/>
          <a:lstStyle>
            <a:lvl1pPr marL="0" indent="0">
              <a:buNone/>
              <a:defRPr sz="2400">
                <a:solidFill>
                  <a:srgbClr val="595959"/>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7" name="Text Placeholder 13">
            <a:extLst>
              <a:ext uri="{FF2B5EF4-FFF2-40B4-BE49-F238E27FC236}">
                <a16:creationId xmlns:a16="http://schemas.microsoft.com/office/drawing/2014/main" id="{5A424433-CA37-48A1-EF7E-E44DEC8944A4}"/>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pic>
        <p:nvPicPr>
          <p:cNvPr id="10" name="Picture 9" descr="Background pattern&#10;&#10;Description automatically generated">
            <a:extLst>
              <a:ext uri="{FF2B5EF4-FFF2-40B4-BE49-F238E27FC236}">
                <a16:creationId xmlns:a16="http://schemas.microsoft.com/office/drawing/2014/main" id="{7B593DD1-E696-84F5-997E-395CB4B3403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18" name="Marcador de número de diapositiva 5">
            <a:extLst>
              <a:ext uri="{FF2B5EF4-FFF2-40B4-BE49-F238E27FC236}">
                <a16:creationId xmlns:a16="http://schemas.microsoft.com/office/drawing/2014/main" id="{179C2830-1743-9FEA-4F66-BCE7925B9DB5}"/>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dirty="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3078886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DA6A7051-5A82-D471-602E-39E158F6B13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14" y="0"/>
            <a:ext cx="12181172" cy="6858000"/>
          </a:xfrm>
          <a:prstGeom prst="rect">
            <a:avLst/>
          </a:prstGeom>
        </p:spPr>
      </p:pic>
      <p:sp>
        <p:nvSpPr>
          <p:cNvPr id="17" name="Title 1">
            <a:extLst>
              <a:ext uri="{FF2B5EF4-FFF2-40B4-BE49-F238E27FC236}">
                <a16:creationId xmlns:a16="http://schemas.microsoft.com/office/drawing/2014/main" id="{81628252-EFFE-45BA-BB6B-80B43271D7B9}"/>
              </a:ext>
            </a:extLst>
          </p:cNvPr>
          <p:cNvSpPr>
            <a:spLocks noGrp="1"/>
          </p:cNvSpPr>
          <p:nvPr>
            <p:ph type="title" hasCustomPrompt="1"/>
          </p:nvPr>
        </p:nvSpPr>
        <p:spPr>
          <a:xfrm>
            <a:off x="5593242" y="1508588"/>
            <a:ext cx="5864980" cy="2852737"/>
          </a:xfrm>
        </p:spPr>
        <p:txBody>
          <a:bodyPr anchor="b">
            <a:normAutofit/>
          </a:bodyPr>
          <a:lstStyle>
            <a:lvl1pPr>
              <a:defRPr lang="en-US" sz="4400" b="1" kern="1200" dirty="0">
                <a:solidFill>
                  <a:schemeClr val="bg1"/>
                </a:solidFill>
                <a:latin typeface="+mj-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title style</a:t>
            </a:r>
          </a:p>
        </p:txBody>
      </p:sp>
      <p:sp>
        <p:nvSpPr>
          <p:cNvPr id="18" name="Text Placeholder 2">
            <a:extLst>
              <a:ext uri="{FF2B5EF4-FFF2-40B4-BE49-F238E27FC236}">
                <a16:creationId xmlns:a16="http://schemas.microsoft.com/office/drawing/2014/main" id="{4994D909-A7BC-465C-8A9B-65471E73FB39}"/>
              </a:ext>
            </a:extLst>
          </p:cNvPr>
          <p:cNvSpPr>
            <a:spLocks noGrp="1"/>
          </p:cNvSpPr>
          <p:nvPr>
            <p:ph type="body" idx="1"/>
          </p:nvPr>
        </p:nvSpPr>
        <p:spPr>
          <a:xfrm>
            <a:off x="5593242" y="4388313"/>
            <a:ext cx="5864980" cy="1500187"/>
          </a:xfrm>
        </p:spPr>
        <p:txBody>
          <a:bodyPr/>
          <a:lstStyle>
            <a:lvl1pPr marL="0" indent="0">
              <a:buNone/>
              <a:defRPr sz="2400">
                <a:solidFill>
                  <a:schemeClr val="bg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2" name="TextBox 1">
            <a:extLst>
              <a:ext uri="{FF2B5EF4-FFF2-40B4-BE49-F238E27FC236}">
                <a16:creationId xmlns:a16="http://schemas.microsoft.com/office/drawing/2014/main" id="{17921F3B-DFDD-3880-4A59-92315D909E94}"/>
              </a:ext>
            </a:extLst>
          </p:cNvPr>
          <p:cNvSpPr txBox="1"/>
          <p:nvPr userDrawn="1"/>
        </p:nvSpPr>
        <p:spPr>
          <a:xfrm>
            <a:off x="3048000" y="6425185"/>
            <a:ext cx="6096000" cy="248979"/>
          </a:xfrm>
          <a:prstGeom prst="rect">
            <a:avLst/>
          </a:prstGeom>
          <a:noFill/>
        </p:spPr>
        <p:txBody>
          <a:bodyPr wrap="square">
            <a:spAutoFit/>
          </a:bodyPr>
          <a:lstStyle/>
          <a:p>
            <a:pPr algn="ctr">
              <a:lnSpc>
                <a:spcPct val="107000"/>
              </a:lnSpc>
              <a:spcAft>
                <a:spcPts val="800"/>
              </a:spcAft>
            </a:pPr>
            <a:r>
              <a:rPr lang="en-US" sz="1000" dirty="0">
                <a:solidFill>
                  <a:schemeClr val="bg2"/>
                </a:solidFill>
                <a:effectLst/>
                <a:latin typeface="Frutiger LT Pro 45 Light" panose="020B0403030504020204" pitchFamily="34" charset="77"/>
                <a:ea typeface="Frutiger LT Pro 45 Light" panose="020B0403030504020204" pitchFamily="34" charset="77"/>
                <a:cs typeface="Calibri" panose="020F0502020204030204" pitchFamily="34" charset="0"/>
              </a:rPr>
              <a:t>©LTIMindtree | Privileged and Confidential 2025</a:t>
            </a:r>
            <a:endParaRPr lang="en-IN" sz="1000" dirty="0">
              <a:solidFill>
                <a:schemeClr val="bg2"/>
              </a:solidFill>
              <a:effectLst/>
              <a:latin typeface="Frutiger LT Pro 45 Light" panose="020B0403030504020204" pitchFamily="34" charset="77"/>
              <a:ea typeface="Frutiger LT Pro 45 Light" panose="020B0403030504020204" pitchFamily="34" charset="77"/>
              <a:cs typeface="Calibri" panose="020F0502020204030204" pitchFamily="34" charset="0"/>
            </a:endParaRPr>
          </a:p>
        </p:txBody>
      </p:sp>
      <p:pic>
        <p:nvPicPr>
          <p:cNvPr id="9" name="Picture 8">
            <a:extLst>
              <a:ext uri="{FF2B5EF4-FFF2-40B4-BE49-F238E27FC236}">
                <a16:creationId xmlns:a16="http://schemas.microsoft.com/office/drawing/2014/main" id="{8227DD45-CE2E-85E8-642D-93DED37DD35E}"/>
              </a:ext>
            </a:extLst>
          </p:cNvPr>
          <p:cNvPicPr>
            <a:picLocks noChangeAspect="1"/>
          </p:cNvPicPr>
          <p:nvPr userDrawn="1"/>
        </p:nvPicPr>
        <p:blipFill>
          <a:blip r:embed="rId3">
            <a:lum bright="100000" contrast="100000"/>
            <a:extLst>
              <a:ext uri="{28A0092B-C50C-407E-A947-70E740481C1C}">
                <a14:useLocalDpi xmlns:a14="http://schemas.microsoft.com/office/drawing/2010/main" val="0"/>
              </a:ext>
            </a:extLst>
          </a:blip>
          <a:stretch>
            <a:fillRect/>
          </a:stretch>
        </p:blipFill>
        <p:spPr>
          <a:xfrm>
            <a:off x="443341" y="6373111"/>
            <a:ext cx="1369134" cy="388898"/>
          </a:xfrm>
          <a:prstGeom prst="rect">
            <a:avLst/>
          </a:prstGeom>
        </p:spPr>
      </p:pic>
    </p:spTree>
    <p:extLst>
      <p:ext uri="{BB962C8B-B14F-4D97-AF65-F5344CB8AC3E}">
        <p14:creationId xmlns:p14="http://schemas.microsoft.com/office/powerpoint/2010/main" val="40612287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BDD9C106-CE49-4F1B-A6DE-3C9818CAFB5C}"/>
              </a:ext>
            </a:extLst>
          </p:cNvPr>
          <p:cNvSpPr>
            <a:spLocks noGrp="1"/>
          </p:cNvSpPr>
          <p:nvPr>
            <p:ph idx="15"/>
          </p:nvPr>
        </p:nvSpPr>
        <p:spPr>
          <a:xfrm>
            <a:off x="533399" y="1655302"/>
            <a:ext cx="5486399" cy="4351338"/>
          </a:xfrm>
        </p:spPr>
        <p:txBody>
          <a:bodyPr/>
          <a:lstStyle>
            <a:lvl1pPr>
              <a:defRPr lang="en-US" sz="2400" b="1" dirty="0" smtClean="0">
                <a:solidFill>
                  <a:srgbClr val="595959"/>
                </a:solidFill>
                <a:latin typeface="Frutiger 45 Light" pitchFamily="2" charset="0"/>
              </a:defRPr>
            </a:lvl1pPr>
            <a:lvl2pPr>
              <a:defRPr sz="2000">
                <a:solidFill>
                  <a:srgbClr val="595959"/>
                </a:solidFill>
                <a:latin typeface="Frutiger 45 Light" pitchFamily="2" charset="0"/>
              </a:defRPr>
            </a:lvl2pPr>
            <a:lvl3pPr>
              <a:defRPr sz="1800">
                <a:solidFill>
                  <a:srgbClr val="595959"/>
                </a:solidFill>
                <a:latin typeface="Frutiger 45 Light" pitchFamily="2" charset="0"/>
              </a:defRPr>
            </a:lvl3pPr>
            <a:lvl4pPr>
              <a:defRPr sz="1400">
                <a:solidFill>
                  <a:srgbClr val="595959"/>
                </a:solidFill>
                <a:latin typeface="Frutiger 45 Light" pitchFamily="2" charset="0"/>
              </a:defRPr>
            </a:lvl4pPr>
            <a:lvl5pPr>
              <a:defRPr sz="1400">
                <a:solidFill>
                  <a:srgbClr val="595959"/>
                </a:solidFill>
                <a:latin typeface="Frutiger 45 Light" pitchFamily="2" charset="0"/>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dirty="0"/>
              <a:t>Second level</a:t>
            </a:r>
          </a:p>
          <a:p>
            <a:pPr marL="0" lvl="2" indent="0" algn="l" defTabSz="914400" rtl="0" eaLnBrk="1" latinLnBrk="0" hangingPunct="1">
              <a:lnSpc>
                <a:spcPct val="90000"/>
              </a:lnSpc>
              <a:spcBef>
                <a:spcPts val="1000"/>
              </a:spcBef>
              <a:buFont typeface="Arial" panose="020B0604020202020204" pitchFamily="34" charset="0"/>
              <a:buNone/>
            </a:pPr>
            <a:r>
              <a:rPr lang="en-US" dirty="0"/>
              <a:t>Third level</a:t>
            </a:r>
          </a:p>
          <a:p>
            <a:pPr marL="0" lvl="3" indent="0" algn="l" defTabSz="914400" rtl="0" eaLnBrk="1" latinLnBrk="0" hangingPunct="1">
              <a:lnSpc>
                <a:spcPct val="90000"/>
              </a:lnSpc>
              <a:spcBef>
                <a:spcPts val="1000"/>
              </a:spcBef>
              <a:buFont typeface="Arial" panose="020B0604020202020204" pitchFamily="34" charset="0"/>
              <a:buNone/>
            </a:pPr>
            <a:r>
              <a:rPr lang="en-US" dirty="0"/>
              <a:t>Fourth level</a:t>
            </a:r>
          </a:p>
          <a:p>
            <a:pPr marL="0" lvl="4" indent="0" algn="l" defTabSz="914400" rtl="0" eaLnBrk="1" latinLnBrk="0" hangingPunct="1">
              <a:lnSpc>
                <a:spcPct val="90000"/>
              </a:lnSpc>
              <a:spcBef>
                <a:spcPts val="1000"/>
              </a:spcBef>
              <a:buFont typeface="Arial" panose="020B0604020202020204" pitchFamily="34" charset="0"/>
              <a:buNone/>
            </a:pPr>
            <a:r>
              <a:rPr lang="en-US" dirty="0"/>
              <a:t>Fifth level</a:t>
            </a:r>
          </a:p>
        </p:txBody>
      </p:sp>
      <p:sp>
        <p:nvSpPr>
          <p:cNvPr id="16" name="Content Placeholder 2">
            <a:extLst>
              <a:ext uri="{FF2B5EF4-FFF2-40B4-BE49-F238E27FC236}">
                <a16:creationId xmlns:a16="http://schemas.microsoft.com/office/drawing/2014/main" id="{0E8BB916-CDFC-439C-B0EF-513AE7B06ACB}"/>
              </a:ext>
            </a:extLst>
          </p:cNvPr>
          <p:cNvSpPr>
            <a:spLocks noGrp="1"/>
          </p:cNvSpPr>
          <p:nvPr>
            <p:ph idx="16"/>
          </p:nvPr>
        </p:nvSpPr>
        <p:spPr>
          <a:xfrm>
            <a:off x="6172201" y="1655302"/>
            <a:ext cx="5486398" cy="4351338"/>
          </a:xfrm>
        </p:spPr>
        <p:txBody>
          <a:bodyPr/>
          <a:lstStyle>
            <a:lvl1pPr>
              <a:defRPr lang="en-US" sz="2400" b="1" dirty="0" smtClean="0">
                <a:solidFill>
                  <a:srgbClr val="595959"/>
                </a:solidFill>
                <a:latin typeface="Frutiger 45 Light" pitchFamily="2" charset="0"/>
              </a:defRPr>
            </a:lvl1pPr>
            <a:lvl2pPr>
              <a:defRPr sz="2000">
                <a:solidFill>
                  <a:srgbClr val="595959"/>
                </a:solidFill>
                <a:latin typeface="Frutiger 45 Light" pitchFamily="2" charset="0"/>
              </a:defRPr>
            </a:lvl2pPr>
            <a:lvl3pPr>
              <a:defRPr sz="1800">
                <a:solidFill>
                  <a:srgbClr val="595959"/>
                </a:solidFill>
                <a:latin typeface="Frutiger 45 Light" pitchFamily="2" charset="0"/>
              </a:defRPr>
            </a:lvl3pPr>
            <a:lvl4pPr>
              <a:defRPr sz="1400">
                <a:solidFill>
                  <a:srgbClr val="595959"/>
                </a:solidFill>
                <a:latin typeface="Frutiger 45 Light" pitchFamily="2" charset="0"/>
              </a:defRPr>
            </a:lvl4pPr>
            <a:lvl5pPr>
              <a:defRPr sz="1400">
                <a:solidFill>
                  <a:srgbClr val="595959"/>
                </a:solidFill>
                <a:latin typeface="Frutiger 45 Light" pitchFamily="2" charset="0"/>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dirty="0"/>
              <a:t>Second level</a:t>
            </a:r>
          </a:p>
          <a:p>
            <a:pPr marL="0" lvl="2" indent="0" algn="l" defTabSz="914400" rtl="0" eaLnBrk="1" latinLnBrk="0" hangingPunct="1">
              <a:lnSpc>
                <a:spcPct val="90000"/>
              </a:lnSpc>
              <a:spcBef>
                <a:spcPts val="1000"/>
              </a:spcBef>
              <a:buFont typeface="Arial" panose="020B0604020202020204" pitchFamily="34" charset="0"/>
              <a:buNone/>
            </a:pPr>
            <a:r>
              <a:rPr lang="en-US" dirty="0"/>
              <a:t>Third level</a:t>
            </a:r>
          </a:p>
          <a:p>
            <a:pPr marL="0" lvl="3" indent="0" algn="l" defTabSz="914400" rtl="0" eaLnBrk="1" latinLnBrk="0" hangingPunct="1">
              <a:lnSpc>
                <a:spcPct val="90000"/>
              </a:lnSpc>
              <a:spcBef>
                <a:spcPts val="1000"/>
              </a:spcBef>
              <a:buFont typeface="Arial" panose="020B0604020202020204" pitchFamily="34" charset="0"/>
              <a:buNone/>
            </a:pPr>
            <a:r>
              <a:rPr lang="en-US" dirty="0"/>
              <a:t>Fourth level</a:t>
            </a:r>
          </a:p>
          <a:p>
            <a:pPr marL="0" lvl="4" indent="0" algn="l" defTabSz="914400" rtl="0" eaLnBrk="1" latinLnBrk="0" hangingPunct="1">
              <a:lnSpc>
                <a:spcPct val="90000"/>
              </a:lnSpc>
              <a:spcBef>
                <a:spcPts val="1000"/>
              </a:spcBef>
              <a:buFont typeface="Arial" panose="020B0604020202020204" pitchFamily="34" charset="0"/>
              <a:buNone/>
            </a:pPr>
            <a:r>
              <a:rPr lang="en-US" dirty="0"/>
              <a:t>Fifth level</a:t>
            </a:r>
          </a:p>
        </p:txBody>
      </p:sp>
      <p:sp>
        <p:nvSpPr>
          <p:cNvPr id="20" name="Text Placeholder 13">
            <a:extLst>
              <a:ext uri="{FF2B5EF4-FFF2-40B4-BE49-F238E27FC236}">
                <a16:creationId xmlns:a16="http://schemas.microsoft.com/office/drawing/2014/main" id="{78651CBE-E342-762C-71AB-7A346C0BD173}"/>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pic>
        <p:nvPicPr>
          <p:cNvPr id="8" name="Picture 7" descr="Background pattern&#10;&#10;Description automatically generated">
            <a:extLst>
              <a:ext uri="{FF2B5EF4-FFF2-40B4-BE49-F238E27FC236}">
                <a16:creationId xmlns:a16="http://schemas.microsoft.com/office/drawing/2014/main" id="{0D37EA21-4965-A1A5-EFE5-F1DB9D9A98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11" name="Marcador de número de diapositiva 5">
            <a:extLst>
              <a:ext uri="{FF2B5EF4-FFF2-40B4-BE49-F238E27FC236}">
                <a16:creationId xmlns:a16="http://schemas.microsoft.com/office/drawing/2014/main" id="{CACE2F8E-F80A-F347-8E9C-243A79D7388E}"/>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dirty="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2619278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9704641-62E4-4217-A4FB-1461DCB34942}"/>
              </a:ext>
            </a:extLst>
          </p:cNvPr>
          <p:cNvSpPr>
            <a:spLocks noGrp="1"/>
          </p:cNvSpPr>
          <p:nvPr>
            <p:ph type="body" idx="1"/>
          </p:nvPr>
        </p:nvSpPr>
        <p:spPr>
          <a:xfrm>
            <a:off x="533399" y="1436914"/>
            <a:ext cx="5533119" cy="1068161"/>
          </a:xfrm>
        </p:spPr>
        <p:txBody>
          <a:bodyPr anchor="b">
            <a:noAutofit/>
          </a:bodyPr>
          <a:lstStyle>
            <a:lvl1pPr marL="0" indent="0">
              <a:buNone/>
              <a:defRPr lang="en-US" sz="2400" b="1" kern="1200" dirty="0">
                <a:solidFill>
                  <a:srgbClr val="595959"/>
                </a:solidFill>
                <a:latin typeface="+mj-lt"/>
                <a:ea typeface="+mn-ea"/>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p:txBody>
      </p:sp>
      <p:sp>
        <p:nvSpPr>
          <p:cNvPr id="5" name="Text Placeholder 4">
            <a:extLst>
              <a:ext uri="{FF2B5EF4-FFF2-40B4-BE49-F238E27FC236}">
                <a16:creationId xmlns:a16="http://schemas.microsoft.com/office/drawing/2014/main" id="{31BF8DFE-7699-41E5-ACEB-81719A7EB98B}"/>
              </a:ext>
            </a:extLst>
          </p:cNvPr>
          <p:cNvSpPr>
            <a:spLocks noGrp="1"/>
          </p:cNvSpPr>
          <p:nvPr>
            <p:ph type="body" sz="quarter" idx="3"/>
          </p:nvPr>
        </p:nvSpPr>
        <p:spPr>
          <a:xfrm>
            <a:off x="6241141" y="1436914"/>
            <a:ext cx="5417458" cy="1068161"/>
          </a:xfrm>
        </p:spPr>
        <p:txBody>
          <a:bodyPr anchor="b">
            <a:noAutofit/>
          </a:bodyPr>
          <a:lstStyle>
            <a:lvl1pPr marL="0" indent="0">
              <a:buNone/>
              <a:defRPr lang="en-US" sz="2400" b="1" kern="1200" dirty="0">
                <a:solidFill>
                  <a:srgbClr val="595959"/>
                </a:solidFill>
                <a:latin typeface="+mj-lt"/>
                <a:ea typeface="+mn-ea"/>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p:txBody>
      </p:sp>
      <p:sp>
        <p:nvSpPr>
          <p:cNvPr id="16" name="Content Placeholder 2">
            <a:extLst>
              <a:ext uri="{FF2B5EF4-FFF2-40B4-BE49-F238E27FC236}">
                <a16:creationId xmlns:a16="http://schemas.microsoft.com/office/drawing/2014/main" id="{F54FF91B-5FE4-409D-BA7F-37376CD5E4AB}"/>
              </a:ext>
            </a:extLst>
          </p:cNvPr>
          <p:cNvSpPr>
            <a:spLocks noGrp="1"/>
          </p:cNvSpPr>
          <p:nvPr>
            <p:ph idx="15"/>
          </p:nvPr>
        </p:nvSpPr>
        <p:spPr>
          <a:xfrm>
            <a:off x="533399" y="2651506"/>
            <a:ext cx="5533119" cy="3432302"/>
          </a:xfrm>
        </p:spPr>
        <p:txBody>
          <a:bodyPr/>
          <a:lstStyle>
            <a:lvl1pPr>
              <a:defRPr lang="en-US" sz="2400" b="1" dirty="0" smtClean="0">
                <a:solidFill>
                  <a:srgbClr val="595959"/>
                </a:solidFill>
                <a:latin typeface="Frutiger 45 Light" pitchFamily="2" charset="0"/>
              </a:defRPr>
            </a:lvl1pPr>
            <a:lvl2pPr>
              <a:defRPr sz="2000">
                <a:solidFill>
                  <a:srgbClr val="595959"/>
                </a:solidFill>
                <a:latin typeface="Frutiger 45 Light" pitchFamily="2" charset="0"/>
              </a:defRPr>
            </a:lvl2pPr>
            <a:lvl3pPr>
              <a:defRPr sz="1800">
                <a:solidFill>
                  <a:srgbClr val="595959"/>
                </a:solidFill>
                <a:latin typeface="Frutiger 45 Light" pitchFamily="2" charset="0"/>
              </a:defRPr>
            </a:lvl3pPr>
            <a:lvl4pPr>
              <a:defRPr sz="1400">
                <a:solidFill>
                  <a:srgbClr val="595959"/>
                </a:solidFill>
                <a:latin typeface="Frutiger 45 Light" pitchFamily="2" charset="0"/>
              </a:defRPr>
            </a:lvl4pPr>
            <a:lvl5pPr>
              <a:defRPr sz="1400">
                <a:solidFill>
                  <a:srgbClr val="595959"/>
                </a:solidFill>
                <a:latin typeface="Frutiger 45 Light" pitchFamily="2" charset="0"/>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dirty="0"/>
              <a:t>Second level</a:t>
            </a:r>
          </a:p>
          <a:p>
            <a:pPr marL="0" lvl="2" indent="0" algn="l" defTabSz="914400" rtl="0" eaLnBrk="1" latinLnBrk="0" hangingPunct="1">
              <a:lnSpc>
                <a:spcPct val="90000"/>
              </a:lnSpc>
              <a:spcBef>
                <a:spcPts val="1000"/>
              </a:spcBef>
              <a:buFont typeface="Arial" panose="020B0604020202020204" pitchFamily="34" charset="0"/>
              <a:buNone/>
            </a:pPr>
            <a:r>
              <a:rPr lang="en-US" dirty="0"/>
              <a:t>Third level</a:t>
            </a:r>
          </a:p>
          <a:p>
            <a:pPr marL="0" lvl="3" indent="0" algn="l" defTabSz="914400" rtl="0" eaLnBrk="1" latinLnBrk="0" hangingPunct="1">
              <a:lnSpc>
                <a:spcPct val="90000"/>
              </a:lnSpc>
              <a:spcBef>
                <a:spcPts val="1000"/>
              </a:spcBef>
              <a:buFont typeface="Arial" panose="020B0604020202020204" pitchFamily="34" charset="0"/>
              <a:buNone/>
            </a:pPr>
            <a:r>
              <a:rPr lang="en-US" dirty="0"/>
              <a:t>Fourth level</a:t>
            </a:r>
          </a:p>
          <a:p>
            <a:pPr marL="0" lvl="4" indent="0" algn="l" defTabSz="914400" rtl="0" eaLnBrk="1" latinLnBrk="0" hangingPunct="1">
              <a:lnSpc>
                <a:spcPct val="90000"/>
              </a:lnSpc>
              <a:spcBef>
                <a:spcPts val="1000"/>
              </a:spcBef>
              <a:buFont typeface="Arial" panose="020B0604020202020204" pitchFamily="34" charset="0"/>
              <a:buNone/>
            </a:pPr>
            <a:r>
              <a:rPr lang="en-US" dirty="0"/>
              <a:t>Fifth level</a:t>
            </a:r>
          </a:p>
        </p:txBody>
      </p:sp>
      <p:sp>
        <p:nvSpPr>
          <p:cNvPr id="18" name="Content Placeholder 2">
            <a:extLst>
              <a:ext uri="{FF2B5EF4-FFF2-40B4-BE49-F238E27FC236}">
                <a16:creationId xmlns:a16="http://schemas.microsoft.com/office/drawing/2014/main" id="{CFDB344D-832A-4E14-93A2-EF0879A2EDA0}"/>
              </a:ext>
            </a:extLst>
          </p:cNvPr>
          <p:cNvSpPr>
            <a:spLocks noGrp="1"/>
          </p:cNvSpPr>
          <p:nvPr>
            <p:ph idx="16"/>
          </p:nvPr>
        </p:nvSpPr>
        <p:spPr>
          <a:xfrm>
            <a:off x="6241141" y="2663457"/>
            <a:ext cx="5417458" cy="3432302"/>
          </a:xfrm>
        </p:spPr>
        <p:txBody>
          <a:bodyPr/>
          <a:lstStyle>
            <a:lvl1pPr>
              <a:defRPr lang="en-US" sz="2400" b="1" dirty="0" smtClean="0">
                <a:solidFill>
                  <a:srgbClr val="595959"/>
                </a:solidFill>
                <a:latin typeface="Frutiger 45 Light" pitchFamily="2" charset="0"/>
              </a:defRPr>
            </a:lvl1pPr>
            <a:lvl2pPr>
              <a:defRPr sz="2000">
                <a:solidFill>
                  <a:srgbClr val="595959"/>
                </a:solidFill>
                <a:latin typeface="Frutiger 45 Light" pitchFamily="2" charset="0"/>
              </a:defRPr>
            </a:lvl2pPr>
            <a:lvl3pPr>
              <a:defRPr sz="1800">
                <a:solidFill>
                  <a:srgbClr val="595959"/>
                </a:solidFill>
                <a:latin typeface="Frutiger 45 Light" pitchFamily="2" charset="0"/>
              </a:defRPr>
            </a:lvl3pPr>
            <a:lvl4pPr>
              <a:defRPr sz="1400">
                <a:solidFill>
                  <a:srgbClr val="595959"/>
                </a:solidFill>
                <a:latin typeface="Frutiger 45 Light" pitchFamily="2" charset="0"/>
              </a:defRPr>
            </a:lvl4pPr>
            <a:lvl5pPr>
              <a:defRPr sz="1400">
                <a:solidFill>
                  <a:srgbClr val="595959"/>
                </a:solidFill>
                <a:latin typeface="Frutiger 45 Light" pitchFamily="2" charset="0"/>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dirty="0"/>
              <a:t>Second level</a:t>
            </a:r>
          </a:p>
          <a:p>
            <a:pPr marL="0" lvl="2" indent="0" algn="l" defTabSz="914400" rtl="0" eaLnBrk="1" latinLnBrk="0" hangingPunct="1">
              <a:lnSpc>
                <a:spcPct val="90000"/>
              </a:lnSpc>
              <a:spcBef>
                <a:spcPts val="1000"/>
              </a:spcBef>
              <a:buFont typeface="Arial" panose="020B0604020202020204" pitchFamily="34" charset="0"/>
              <a:buNone/>
            </a:pPr>
            <a:r>
              <a:rPr lang="en-US" dirty="0"/>
              <a:t>Third level</a:t>
            </a:r>
          </a:p>
          <a:p>
            <a:pPr marL="0" lvl="3" indent="0" algn="l" defTabSz="914400" rtl="0" eaLnBrk="1" latinLnBrk="0" hangingPunct="1">
              <a:lnSpc>
                <a:spcPct val="90000"/>
              </a:lnSpc>
              <a:spcBef>
                <a:spcPts val="1000"/>
              </a:spcBef>
              <a:buFont typeface="Arial" panose="020B0604020202020204" pitchFamily="34" charset="0"/>
              <a:buNone/>
            </a:pPr>
            <a:r>
              <a:rPr lang="en-US" dirty="0"/>
              <a:t>Fourth level</a:t>
            </a:r>
          </a:p>
          <a:p>
            <a:pPr marL="0" lvl="4" indent="0" algn="l" defTabSz="914400" rtl="0" eaLnBrk="1" latinLnBrk="0" hangingPunct="1">
              <a:lnSpc>
                <a:spcPct val="90000"/>
              </a:lnSpc>
              <a:spcBef>
                <a:spcPts val="1000"/>
              </a:spcBef>
              <a:buFont typeface="Arial" panose="020B0604020202020204" pitchFamily="34" charset="0"/>
              <a:buNone/>
            </a:pPr>
            <a:r>
              <a:rPr lang="en-US" dirty="0"/>
              <a:t>Fifth level</a:t>
            </a:r>
          </a:p>
        </p:txBody>
      </p:sp>
      <p:sp>
        <p:nvSpPr>
          <p:cNvPr id="15" name="Text Placeholder 13">
            <a:extLst>
              <a:ext uri="{FF2B5EF4-FFF2-40B4-BE49-F238E27FC236}">
                <a16:creationId xmlns:a16="http://schemas.microsoft.com/office/drawing/2014/main" id="{EF8A07F5-F0F3-56A0-B462-8A048CE69422}"/>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pic>
        <p:nvPicPr>
          <p:cNvPr id="10" name="Picture 9" descr="Background pattern&#10;&#10;Description automatically generated">
            <a:extLst>
              <a:ext uri="{FF2B5EF4-FFF2-40B4-BE49-F238E27FC236}">
                <a16:creationId xmlns:a16="http://schemas.microsoft.com/office/drawing/2014/main" id="{4DD8A8A8-2642-F3FA-DCC7-296A6B23D3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14" name="Marcador de número de diapositiva 5">
            <a:extLst>
              <a:ext uri="{FF2B5EF4-FFF2-40B4-BE49-F238E27FC236}">
                <a16:creationId xmlns:a16="http://schemas.microsoft.com/office/drawing/2014/main" id="{0A8FC8DD-D1CD-B223-1096-CE2AAC973F80}"/>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dirty="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327192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76CF0EE8-1D27-DB0B-D74F-2627C320CB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4" name="Marcador de número de diapositiva 5">
            <a:extLst>
              <a:ext uri="{FF2B5EF4-FFF2-40B4-BE49-F238E27FC236}">
                <a16:creationId xmlns:a16="http://schemas.microsoft.com/office/drawing/2014/main" id="{3CBCC0C3-A39C-312F-C0F0-B965E11FFDA0}"/>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dirty="0">
              <a:solidFill>
                <a:srgbClr val="00001E"/>
              </a:solidFill>
              <a:latin typeface="Frutiger 45 Light" pitchFamily="2" charset="0"/>
              <a:cs typeface="Calibri" panose="020F0502020204030204" pitchFamily="34" charset="0"/>
            </a:endParaRPr>
          </a:p>
        </p:txBody>
      </p:sp>
      <p:pic>
        <p:nvPicPr>
          <p:cNvPr id="9" name="Picture 8" descr="Background pattern&#10;&#10;Description automatically generated">
            <a:extLst>
              <a:ext uri="{FF2B5EF4-FFF2-40B4-BE49-F238E27FC236}">
                <a16:creationId xmlns:a16="http://schemas.microsoft.com/office/drawing/2014/main" id="{0E2AFA92-4A8A-D692-CB16-A5351C9E577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862"/>
            <a:ext cx="5760164" cy="4106844"/>
          </a:xfrm>
          <a:prstGeom prst="rect">
            <a:avLst/>
          </a:prstGeom>
        </p:spPr>
      </p:pic>
      <p:sp>
        <p:nvSpPr>
          <p:cNvPr id="8" name="Text Placeholder 13">
            <a:extLst>
              <a:ext uri="{FF2B5EF4-FFF2-40B4-BE49-F238E27FC236}">
                <a16:creationId xmlns:a16="http://schemas.microsoft.com/office/drawing/2014/main" id="{773A9ED4-9BDF-42B0-B98D-5F105B1AC112}"/>
              </a:ext>
            </a:extLst>
          </p:cNvPr>
          <p:cNvSpPr>
            <a:spLocks noGrp="1"/>
          </p:cNvSpPr>
          <p:nvPr>
            <p:ph type="body" sz="quarter" idx="13" hasCustomPrompt="1"/>
          </p:nvPr>
        </p:nvSpPr>
        <p:spPr>
          <a:xfrm>
            <a:off x="1646042" y="961005"/>
            <a:ext cx="8911647" cy="434975"/>
          </a:xfrm>
        </p:spPr>
        <p:txBody>
          <a:bodyPr vert="horz" lIns="91440" tIns="45720" rIns="91440" bIns="45720" rtlCol="0">
            <a:noAutofit/>
          </a:bodyPr>
          <a:lstStyle>
            <a:lvl1pPr>
              <a:defRPr lang="en-US" sz="3200" b="1" dirty="0">
                <a:solidFill>
                  <a:srgbClr val="595959"/>
                </a:solidFill>
                <a:latin typeface="+mj-lt"/>
              </a:defRPr>
            </a:lvl1pPr>
          </a:lstStyle>
          <a:p>
            <a:pPr marL="0" lvl="0" indent="0">
              <a:buFontTx/>
              <a:buNone/>
            </a:pPr>
            <a:r>
              <a:rPr lang="en-US" dirty="0"/>
              <a:t>Title Here</a:t>
            </a:r>
          </a:p>
        </p:txBody>
      </p:sp>
      <p:sp>
        <p:nvSpPr>
          <p:cNvPr id="21" name="Content Placeholder 2">
            <a:extLst>
              <a:ext uri="{FF2B5EF4-FFF2-40B4-BE49-F238E27FC236}">
                <a16:creationId xmlns:a16="http://schemas.microsoft.com/office/drawing/2014/main" id="{EB90635A-C270-48A0-A1B0-C1B896E998AA}"/>
              </a:ext>
            </a:extLst>
          </p:cNvPr>
          <p:cNvSpPr>
            <a:spLocks noGrp="1"/>
          </p:cNvSpPr>
          <p:nvPr>
            <p:ph idx="15"/>
          </p:nvPr>
        </p:nvSpPr>
        <p:spPr>
          <a:xfrm>
            <a:off x="1663792" y="1712849"/>
            <a:ext cx="8864415" cy="3432302"/>
          </a:xfrm>
        </p:spPr>
        <p:txBody>
          <a:bodyPr/>
          <a:lstStyle>
            <a:lvl1pPr>
              <a:defRPr lang="en-US" sz="2400" b="1" dirty="0" smtClean="0">
                <a:solidFill>
                  <a:srgbClr val="595959"/>
                </a:solidFill>
                <a:latin typeface="Frutiger 45 Light" pitchFamily="2" charset="0"/>
              </a:defRPr>
            </a:lvl1pPr>
            <a:lvl2pPr marL="114300" indent="-342900">
              <a:buFont typeface="Wingdings" pitchFamily="2" charset="2"/>
              <a:buChar char="§"/>
              <a:defRPr sz="2000">
                <a:solidFill>
                  <a:srgbClr val="595959"/>
                </a:solidFill>
                <a:latin typeface="Frutiger 45 Light" pitchFamily="2" charset="0"/>
              </a:defRPr>
            </a:lvl2pPr>
            <a:lvl3pPr marL="1085850" indent="-285750">
              <a:buFont typeface="Wingdings" pitchFamily="2" charset="2"/>
              <a:buChar char="§"/>
              <a:defRPr sz="1800">
                <a:solidFill>
                  <a:srgbClr val="595959"/>
                </a:solidFill>
                <a:latin typeface="Frutiger 45 Light" pitchFamily="2" charset="0"/>
              </a:defRPr>
            </a:lvl3pPr>
            <a:lvl4pPr marL="1600200" indent="-285750">
              <a:buFont typeface="Wingdings" pitchFamily="2" charset="2"/>
              <a:buChar char="§"/>
              <a:defRPr sz="1400">
                <a:solidFill>
                  <a:srgbClr val="595959"/>
                </a:solidFill>
                <a:latin typeface="Frutiger 45 Light" pitchFamily="2" charset="0"/>
              </a:defRPr>
            </a:lvl4pPr>
            <a:lvl5pPr>
              <a:buFont typeface="Wingdings" pitchFamily="2" charset="2"/>
              <a:buChar char="§"/>
              <a:defRPr sz="1400">
                <a:solidFill>
                  <a:srgbClr val="595959"/>
                </a:solidFill>
                <a:latin typeface="Frutiger 45 Light" pitchFamily="2" charset="0"/>
              </a:defRPr>
            </a:lvl5pPr>
          </a:lstStyle>
          <a:p>
            <a:pPr marL="228600" lvl="0" indent="-228600" algn="l" defTabSz="914400" rtl="0" eaLnBrk="1" latinLnBrk="0" hangingPunct="1">
              <a:lnSpc>
                <a:spcPct val="90000"/>
              </a:lnSpc>
              <a:spcBef>
                <a:spcPts val="1000"/>
              </a:spcBef>
            </a:pPr>
            <a:r>
              <a:rPr lang="en-US" dirty="0"/>
              <a:t>Click to edit Master text styles</a:t>
            </a:r>
          </a:p>
          <a:p>
            <a:pPr marL="1028700" lvl="2" indent="-228600" algn="l" defTabSz="914400" rtl="0" eaLnBrk="1" latinLnBrk="0" hangingPunct="1">
              <a:lnSpc>
                <a:spcPct val="90000"/>
              </a:lnSpc>
              <a:spcBef>
                <a:spcPts val="1000"/>
              </a:spcBef>
            </a:pPr>
            <a:r>
              <a:rPr lang="en-US" dirty="0"/>
              <a:t>Second level</a:t>
            </a:r>
          </a:p>
          <a:p>
            <a:pPr marL="1543050" lvl="3" indent="-228600" algn="l" defTabSz="914400" rtl="0" eaLnBrk="1" latinLnBrk="0" hangingPunct="1">
              <a:lnSpc>
                <a:spcPct val="90000"/>
              </a:lnSpc>
              <a:spcBef>
                <a:spcPts val="1000"/>
              </a:spcBef>
            </a:pPr>
            <a:r>
              <a:rPr lang="en-US" dirty="0" err="1"/>
              <a:t>fsdfdasfdsafasdfsdfa</a:t>
            </a:r>
            <a:endParaRPr lang="en-US" dirty="0"/>
          </a:p>
          <a:p>
            <a:pPr marL="285750" lvl="2" indent="-285750" algn="l" defTabSz="914400" rtl="0" eaLnBrk="1" latinLnBrk="0" hangingPunct="1">
              <a:lnSpc>
                <a:spcPct val="90000"/>
              </a:lnSpc>
              <a:spcBef>
                <a:spcPts val="1000"/>
              </a:spcBef>
            </a:pPr>
            <a:r>
              <a:rPr lang="en-US" dirty="0"/>
              <a:t>Third level</a:t>
            </a:r>
          </a:p>
          <a:p>
            <a:pPr marL="285750" lvl="3" indent="-285750" algn="l" defTabSz="914400" rtl="0" eaLnBrk="1" latinLnBrk="0" hangingPunct="1">
              <a:lnSpc>
                <a:spcPct val="90000"/>
              </a:lnSpc>
              <a:spcBef>
                <a:spcPts val="1000"/>
              </a:spcBef>
            </a:pPr>
            <a:r>
              <a:rPr lang="en-US" dirty="0"/>
              <a:t>Fourth level</a:t>
            </a:r>
          </a:p>
          <a:p>
            <a:pPr marL="285750" lvl="4" indent="-285750" algn="l" defTabSz="914400" rtl="0" eaLnBrk="1" latinLnBrk="0" hangingPunct="1">
              <a:lnSpc>
                <a:spcPct val="90000"/>
              </a:lnSpc>
              <a:spcBef>
                <a:spcPts val="1000"/>
              </a:spcBef>
            </a:pPr>
            <a:r>
              <a:rPr lang="en-US" dirty="0"/>
              <a:t>Fifth level</a:t>
            </a:r>
          </a:p>
        </p:txBody>
      </p:sp>
    </p:spTree>
    <p:extLst>
      <p:ext uri="{BB962C8B-B14F-4D97-AF65-F5344CB8AC3E}">
        <p14:creationId xmlns:p14="http://schemas.microsoft.com/office/powerpoint/2010/main" val="1768689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15C7D-CC90-4232-9BFD-B2B1B29D3D23}"/>
              </a:ext>
            </a:extLst>
          </p:cNvPr>
          <p:cNvSpPr>
            <a:spLocks noGrp="1"/>
          </p:cNvSpPr>
          <p:nvPr>
            <p:ph type="title" hasCustomPrompt="1"/>
          </p:nvPr>
        </p:nvSpPr>
        <p:spPr>
          <a:xfrm>
            <a:off x="533400" y="1163411"/>
            <a:ext cx="10515600" cy="1325563"/>
          </a:xfrm>
        </p:spPr>
        <p:txBody>
          <a:bodyPr>
            <a:normAutofit/>
          </a:bodyPr>
          <a:lstStyle>
            <a:lvl1pPr>
              <a:defRPr lang="en-US" sz="2800" b="1" kern="1200" dirty="0">
                <a:solidFill>
                  <a:srgbClr val="595959"/>
                </a:solidFill>
                <a:latin typeface="Frutiger 45 Light" pitchFamily="2" charset="0"/>
                <a:ea typeface="+mn-ea"/>
                <a:cs typeface="Calibri" panose="020F0502020204030204" pitchFamily="34" charset="0"/>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dirty="0"/>
              <a:t>Headline goes here</a:t>
            </a:r>
            <a:br>
              <a:rPr lang="en-US" dirty="0"/>
            </a:br>
            <a:r>
              <a:rPr lang="en-US" dirty="0"/>
              <a:t>Headline goes here</a:t>
            </a:r>
          </a:p>
        </p:txBody>
      </p:sp>
      <p:sp>
        <p:nvSpPr>
          <p:cNvPr id="16" name="Text Placeholder 15">
            <a:extLst>
              <a:ext uri="{FF2B5EF4-FFF2-40B4-BE49-F238E27FC236}">
                <a16:creationId xmlns:a16="http://schemas.microsoft.com/office/drawing/2014/main" id="{06252767-4743-47D6-B4D1-07FC2385DD22}"/>
              </a:ext>
            </a:extLst>
          </p:cNvPr>
          <p:cNvSpPr>
            <a:spLocks noGrp="1"/>
          </p:cNvSpPr>
          <p:nvPr>
            <p:ph type="body" sz="quarter" idx="14"/>
          </p:nvPr>
        </p:nvSpPr>
        <p:spPr>
          <a:xfrm>
            <a:off x="533400" y="2815546"/>
            <a:ext cx="10515600" cy="2743200"/>
          </a:xfrm>
        </p:spPr>
        <p:txBody>
          <a:bodyPr>
            <a:normAutofit/>
          </a:bodyPr>
          <a:lstStyle>
            <a:lvl1pPr marL="0" indent="0">
              <a:buNone/>
              <a:defRPr sz="1600">
                <a:solidFill>
                  <a:srgbClr val="595959"/>
                </a:solidFill>
                <a:latin typeface="Frutiger 45 Light"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
        <p:nvSpPr>
          <p:cNvPr id="10" name="Text Placeholder 13">
            <a:extLst>
              <a:ext uri="{FF2B5EF4-FFF2-40B4-BE49-F238E27FC236}">
                <a16:creationId xmlns:a16="http://schemas.microsoft.com/office/drawing/2014/main" id="{11611A3D-47D0-3647-0CCE-0CB7D32E60C5}"/>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pic>
        <p:nvPicPr>
          <p:cNvPr id="11" name="Picture 10" descr="Background pattern&#10;&#10;Description automatically generated">
            <a:extLst>
              <a:ext uri="{FF2B5EF4-FFF2-40B4-BE49-F238E27FC236}">
                <a16:creationId xmlns:a16="http://schemas.microsoft.com/office/drawing/2014/main" id="{763F4705-5885-9139-7C1E-5E2F720F77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12" name="Marcador de número de diapositiva 5">
            <a:extLst>
              <a:ext uri="{FF2B5EF4-FFF2-40B4-BE49-F238E27FC236}">
                <a16:creationId xmlns:a16="http://schemas.microsoft.com/office/drawing/2014/main" id="{9314451A-6C5B-D5A1-9DD9-55A1359B67FC}"/>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dirty="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27755515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64"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5CDA55D2-453F-4E7D-AF30-1542DF26EE53}"/>
              </a:ext>
            </a:extLst>
          </p:cNvPr>
          <p:cNvSpPr>
            <a:spLocks noGrp="1"/>
          </p:cNvSpPr>
          <p:nvPr>
            <p:ph type="title"/>
          </p:nvPr>
        </p:nvSpPr>
        <p:spPr>
          <a:xfrm>
            <a:off x="478972" y="457200"/>
            <a:ext cx="4293054" cy="1600200"/>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Click to edit Master title style</a:t>
            </a:r>
          </a:p>
        </p:txBody>
      </p:sp>
      <p:sp>
        <p:nvSpPr>
          <p:cNvPr id="16" name="Text Placeholder 3">
            <a:extLst>
              <a:ext uri="{FF2B5EF4-FFF2-40B4-BE49-F238E27FC236}">
                <a16:creationId xmlns:a16="http://schemas.microsoft.com/office/drawing/2014/main" id="{81469E54-C50A-4DB5-B104-9B998831769B}"/>
              </a:ext>
            </a:extLst>
          </p:cNvPr>
          <p:cNvSpPr>
            <a:spLocks noGrp="1"/>
          </p:cNvSpPr>
          <p:nvPr>
            <p:ph type="body" sz="half" idx="2"/>
          </p:nvPr>
        </p:nvSpPr>
        <p:spPr>
          <a:xfrm>
            <a:off x="478972" y="2057400"/>
            <a:ext cx="4293054" cy="3811588"/>
          </a:xfrm>
        </p:spPr>
        <p:txBody>
          <a:bodyPr/>
          <a:lstStyle>
            <a:lvl1pPr marL="0" indent="0">
              <a:buNone/>
              <a:defRPr sz="1600">
                <a:solidFill>
                  <a:srgbClr val="595959"/>
                </a:solidFill>
                <a:latin typeface="Frutiger 45 Light"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7" name="Content Placeholder 2">
            <a:extLst>
              <a:ext uri="{FF2B5EF4-FFF2-40B4-BE49-F238E27FC236}">
                <a16:creationId xmlns:a16="http://schemas.microsoft.com/office/drawing/2014/main" id="{AE8A5CEA-5F4E-4109-ACB7-808AE0D5B170}"/>
              </a:ext>
            </a:extLst>
          </p:cNvPr>
          <p:cNvSpPr>
            <a:spLocks noGrp="1"/>
          </p:cNvSpPr>
          <p:nvPr>
            <p:ph idx="16"/>
          </p:nvPr>
        </p:nvSpPr>
        <p:spPr>
          <a:xfrm>
            <a:off x="5306569" y="2055542"/>
            <a:ext cx="5181599" cy="3813445"/>
          </a:xfrm>
        </p:spPr>
        <p:txBody>
          <a:bodyPr/>
          <a:lstStyle>
            <a:lvl1pPr>
              <a:defRPr lang="en-US" sz="2400" b="1" dirty="0" smtClean="0">
                <a:solidFill>
                  <a:srgbClr val="595959"/>
                </a:solidFill>
                <a:latin typeface="Frutiger 45 Light" pitchFamily="2" charset="0"/>
              </a:defRPr>
            </a:lvl1pPr>
            <a:lvl2pPr>
              <a:defRPr sz="2000">
                <a:solidFill>
                  <a:srgbClr val="595959"/>
                </a:solidFill>
                <a:latin typeface="Frutiger 45 Light" pitchFamily="2" charset="0"/>
              </a:defRPr>
            </a:lvl2pPr>
            <a:lvl3pPr>
              <a:defRPr sz="1800">
                <a:solidFill>
                  <a:srgbClr val="595959"/>
                </a:solidFill>
                <a:latin typeface="Frutiger 45 Light" pitchFamily="2" charset="0"/>
              </a:defRPr>
            </a:lvl3pPr>
            <a:lvl4pPr>
              <a:defRPr sz="1400">
                <a:solidFill>
                  <a:srgbClr val="595959"/>
                </a:solidFill>
                <a:latin typeface="Frutiger 45 Light" pitchFamily="2" charset="0"/>
              </a:defRPr>
            </a:lvl4pPr>
            <a:lvl5pPr>
              <a:defRPr sz="1400">
                <a:solidFill>
                  <a:srgbClr val="595959"/>
                </a:solidFill>
                <a:latin typeface="Frutiger 45 Light" pitchFamily="2" charset="0"/>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dirty="0"/>
              <a:t>Second level</a:t>
            </a:r>
          </a:p>
          <a:p>
            <a:pPr marL="0" lvl="2" indent="0" algn="l" defTabSz="914400" rtl="0" eaLnBrk="1" latinLnBrk="0" hangingPunct="1">
              <a:lnSpc>
                <a:spcPct val="90000"/>
              </a:lnSpc>
              <a:spcBef>
                <a:spcPts val="1000"/>
              </a:spcBef>
              <a:buFont typeface="Arial" panose="020B0604020202020204" pitchFamily="34" charset="0"/>
              <a:buNone/>
            </a:pPr>
            <a:r>
              <a:rPr lang="en-US" dirty="0"/>
              <a:t>Third level</a:t>
            </a:r>
          </a:p>
          <a:p>
            <a:pPr marL="0" lvl="3" indent="0" algn="l" defTabSz="914400" rtl="0" eaLnBrk="1" latinLnBrk="0" hangingPunct="1">
              <a:lnSpc>
                <a:spcPct val="90000"/>
              </a:lnSpc>
              <a:spcBef>
                <a:spcPts val="1000"/>
              </a:spcBef>
              <a:buFont typeface="Arial" panose="020B0604020202020204" pitchFamily="34" charset="0"/>
              <a:buNone/>
            </a:pPr>
            <a:r>
              <a:rPr lang="en-US" dirty="0"/>
              <a:t>Fourth level</a:t>
            </a:r>
          </a:p>
          <a:p>
            <a:pPr marL="0" lvl="4" indent="0" algn="l" defTabSz="914400" rtl="0" eaLnBrk="1" latinLnBrk="0" hangingPunct="1">
              <a:lnSpc>
                <a:spcPct val="90000"/>
              </a:lnSpc>
              <a:spcBef>
                <a:spcPts val="1000"/>
              </a:spcBef>
              <a:buFont typeface="Arial" panose="020B0604020202020204" pitchFamily="34" charset="0"/>
              <a:buNone/>
            </a:pPr>
            <a:r>
              <a:rPr lang="en-US" dirty="0"/>
              <a:t>Fifth level</a:t>
            </a:r>
          </a:p>
        </p:txBody>
      </p:sp>
      <p:pic>
        <p:nvPicPr>
          <p:cNvPr id="9" name="Picture 8" descr="Background pattern&#10;&#10;Description automatically generated">
            <a:extLst>
              <a:ext uri="{FF2B5EF4-FFF2-40B4-BE49-F238E27FC236}">
                <a16:creationId xmlns:a16="http://schemas.microsoft.com/office/drawing/2014/main" id="{7916254B-43C5-9C82-7FF6-BC881992F7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10" name="Marcador de número de diapositiva 5">
            <a:extLst>
              <a:ext uri="{FF2B5EF4-FFF2-40B4-BE49-F238E27FC236}">
                <a16:creationId xmlns:a16="http://schemas.microsoft.com/office/drawing/2014/main" id="{32BAEA48-FEC5-7F2A-1732-CFFB91C99D61}"/>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dirty="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40507957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B7F8B00-12EF-4751-A034-D733BB7D51B2}"/>
              </a:ext>
            </a:extLst>
          </p:cNvPr>
          <p:cNvSpPr>
            <a:spLocks noGrp="1"/>
          </p:cNvSpPr>
          <p:nvPr>
            <p:ph type="title"/>
          </p:nvPr>
        </p:nvSpPr>
        <p:spPr>
          <a:xfrm>
            <a:off x="478972" y="457200"/>
            <a:ext cx="4293054" cy="1600200"/>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Click to edit Master title style</a:t>
            </a:r>
          </a:p>
        </p:txBody>
      </p:sp>
      <p:sp>
        <p:nvSpPr>
          <p:cNvPr id="12" name="Picture Placeholder 2">
            <a:extLst>
              <a:ext uri="{FF2B5EF4-FFF2-40B4-BE49-F238E27FC236}">
                <a16:creationId xmlns:a16="http://schemas.microsoft.com/office/drawing/2014/main" id="{A5B0E1B6-489C-4643-9FE5-9D4A936A7B8C}"/>
              </a:ext>
            </a:extLst>
          </p:cNvPr>
          <p:cNvSpPr>
            <a:spLocks noGrp="1"/>
          </p:cNvSpPr>
          <p:nvPr>
            <p:ph type="pic" idx="1"/>
          </p:nvPr>
        </p:nvSpPr>
        <p:spPr>
          <a:xfrm>
            <a:off x="5183188" y="0"/>
            <a:ext cx="7008812" cy="6857999"/>
          </a:xfrm>
        </p:spPr>
        <p:txBody>
          <a:bodyPr/>
          <a:lstStyle>
            <a:lvl1pPr marL="0" indent="0">
              <a:buNone/>
              <a:defRPr sz="3200">
                <a:solidFill>
                  <a:srgbClr val="595959"/>
                </a:solidFill>
                <a:latin typeface="Frutiger 45 Light"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13" name="Text Placeholder 3">
            <a:extLst>
              <a:ext uri="{FF2B5EF4-FFF2-40B4-BE49-F238E27FC236}">
                <a16:creationId xmlns:a16="http://schemas.microsoft.com/office/drawing/2014/main" id="{A70DA0CC-8337-43E8-B632-01AC9639E728}"/>
              </a:ext>
            </a:extLst>
          </p:cNvPr>
          <p:cNvSpPr>
            <a:spLocks noGrp="1"/>
          </p:cNvSpPr>
          <p:nvPr>
            <p:ph type="body" sz="half" idx="2"/>
          </p:nvPr>
        </p:nvSpPr>
        <p:spPr>
          <a:xfrm>
            <a:off x="478972" y="2057400"/>
            <a:ext cx="4293054" cy="3811588"/>
          </a:xfrm>
        </p:spPr>
        <p:txBody>
          <a:bodyPr/>
          <a:lstStyle>
            <a:lvl1pPr marL="0" indent="0">
              <a:buNone/>
              <a:defRPr sz="1600">
                <a:solidFill>
                  <a:srgbClr val="595959"/>
                </a:solidFill>
                <a:latin typeface="Frutiger 45 Light"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2" name="Picture 1" descr="Background pattern&#10;&#10;Description automatically generated">
            <a:extLst>
              <a:ext uri="{FF2B5EF4-FFF2-40B4-BE49-F238E27FC236}">
                <a16:creationId xmlns:a16="http://schemas.microsoft.com/office/drawing/2014/main" id="{B70154DA-9096-81F4-B455-E3499A1BD4D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3" name="Marcador de número de diapositiva 5">
            <a:extLst>
              <a:ext uri="{FF2B5EF4-FFF2-40B4-BE49-F238E27FC236}">
                <a16:creationId xmlns:a16="http://schemas.microsoft.com/office/drawing/2014/main" id="{3D440A3F-6F49-A806-CA5F-776CACB1FDFB}"/>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dirty="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27328859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pic>
        <p:nvPicPr>
          <p:cNvPr id="2" name="Picture 1" descr="Background pattern&#10;&#10;Description automatically generated">
            <a:extLst>
              <a:ext uri="{FF2B5EF4-FFF2-40B4-BE49-F238E27FC236}">
                <a16:creationId xmlns:a16="http://schemas.microsoft.com/office/drawing/2014/main" id="{1379A390-F031-B6A4-9699-D7473C2034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4" name="Marcador de número de diapositiva 5">
            <a:extLst>
              <a:ext uri="{FF2B5EF4-FFF2-40B4-BE49-F238E27FC236}">
                <a16:creationId xmlns:a16="http://schemas.microsoft.com/office/drawing/2014/main" id="{BA5E112F-F5E3-1239-9356-9397EE4D0862}"/>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dirty="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31997269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itle Only">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63948A3-32FA-5533-16DA-635E26595B61}"/>
              </a:ext>
            </a:extLst>
          </p:cNvPr>
          <p:cNvSpPr/>
          <p:nvPr userDrawn="1"/>
        </p:nvSpPr>
        <p:spPr>
          <a:xfrm flipV="1">
            <a:off x="3351682" y="1567022"/>
            <a:ext cx="2466609" cy="3840464"/>
          </a:xfrm>
          <a:prstGeom prst="rect">
            <a:avLst/>
          </a:prstGeom>
          <a:gradFill flip="none" rotWithShape="1">
            <a:gsLst>
              <a:gs pos="0">
                <a:srgbClr val="F2F7FA"/>
              </a:gs>
              <a:gs pos="100000">
                <a:srgbClr val="F9F0E0"/>
              </a:gs>
            </a:gsLst>
            <a:lin ang="2700000" scaled="1"/>
            <a:tileRect/>
          </a:gra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rgbClr val="003865"/>
              </a:solidFill>
              <a:effectLst/>
              <a:uLnTx/>
              <a:uFillTx/>
            </a:endParaRPr>
          </a:p>
        </p:txBody>
      </p:sp>
      <p:sp>
        <p:nvSpPr>
          <p:cNvPr id="11" name="Rectangle 10">
            <a:extLst>
              <a:ext uri="{FF2B5EF4-FFF2-40B4-BE49-F238E27FC236}">
                <a16:creationId xmlns:a16="http://schemas.microsoft.com/office/drawing/2014/main" id="{3447ABFF-7AC4-BAD1-41A4-E1FE5B8092EF}"/>
              </a:ext>
            </a:extLst>
          </p:cNvPr>
          <p:cNvSpPr/>
          <p:nvPr userDrawn="1"/>
        </p:nvSpPr>
        <p:spPr>
          <a:xfrm flipV="1">
            <a:off x="533272" y="1567022"/>
            <a:ext cx="2466609" cy="3840464"/>
          </a:xfrm>
          <a:prstGeom prst="rect">
            <a:avLst/>
          </a:prstGeom>
          <a:gradFill flip="none" rotWithShape="1">
            <a:gsLst>
              <a:gs pos="0">
                <a:srgbClr val="F2F7FA"/>
              </a:gs>
              <a:gs pos="100000">
                <a:srgbClr val="F9F0E0"/>
              </a:gs>
            </a:gsLst>
            <a:lin ang="2700000" scaled="1"/>
            <a:tileRect/>
          </a:gra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rgbClr val="003865"/>
              </a:solidFill>
              <a:effectLst/>
              <a:uLnTx/>
              <a:uFillTx/>
            </a:endParaRPr>
          </a:p>
        </p:txBody>
      </p:sp>
      <p:sp>
        <p:nvSpPr>
          <p:cNvPr id="20" name="Rectangle 19">
            <a:extLst>
              <a:ext uri="{FF2B5EF4-FFF2-40B4-BE49-F238E27FC236}">
                <a16:creationId xmlns:a16="http://schemas.microsoft.com/office/drawing/2014/main" id="{DB963FEE-DF85-5D77-1E01-49124A2CEAF5}"/>
              </a:ext>
            </a:extLst>
          </p:cNvPr>
          <p:cNvSpPr/>
          <p:nvPr userDrawn="1"/>
        </p:nvSpPr>
        <p:spPr>
          <a:xfrm flipV="1">
            <a:off x="6170092" y="1567022"/>
            <a:ext cx="2466609" cy="3840464"/>
          </a:xfrm>
          <a:prstGeom prst="rect">
            <a:avLst/>
          </a:prstGeom>
          <a:gradFill flip="none" rotWithShape="1">
            <a:gsLst>
              <a:gs pos="0">
                <a:srgbClr val="F2F7FA"/>
              </a:gs>
              <a:gs pos="100000">
                <a:srgbClr val="F9F0E0"/>
              </a:gs>
            </a:gsLst>
            <a:lin ang="2700000" scaled="1"/>
            <a:tileRect/>
          </a:gra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rgbClr val="003865"/>
              </a:solidFill>
              <a:effectLst/>
              <a:uLnTx/>
              <a:uFillTx/>
            </a:endParaRPr>
          </a:p>
        </p:txBody>
      </p:sp>
      <p:sp>
        <p:nvSpPr>
          <p:cNvPr id="21" name="Rectangle 20">
            <a:extLst>
              <a:ext uri="{FF2B5EF4-FFF2-40B4-BE49-F238E27FC236}">
                <a16:creationId xmlns:a16="http://schemas.microsoft.com/office/drawing/2014/main" id="{D5653896-D7CD-93EE-8417-E2C2E847A910}"/>
              </a:ext>
            </a:extLst>
          </p:cNvPr>
          <p:cNvSpPr/>
          <p:nvPr userDrawn="1"/>
        </p:nvSpPr>
        <p:spPr>
          <a:xfrm flipV="1">
            <a:off x="8988503" y="1567022"/>
            <a:ext cx="2466609" cy="3840464"/>
          </a:xfrm>
          <a:prstGeom prst="rect">
            <a:avLst/>
          </a:prstGeom>
          <a:gradFill flip="none" rotWithShape="1">
            <a:gsLst>
              <a:gs pos="0">
                <a:srgbClr val="F2F7FA"/>
              </a:gs>
              <a:gs pos="100000">
                <a:srgbClr val="F9F0E0"/>
              </a:gs>
            </a:gsLst>
            <a:lin ang="2700000" scaled="1"/>
            <a:tileRect/>
          </a:gra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rgbClr val="003865"/>
              </a:solidFill>
              <a:effectLst/>
              <a:uLnTx/>
              <a:uFillTx/>
            </a:endParaRPr>
          </a:p>
        </p:txBody>
      </p:sp>
      <p:sp>
        <p:nvSpPr>
          <p:cNvPr id="26" name="Picture Placeholder 25">
            <a:extLst>
              <a:ext uri="{FF2B5EF4-FFF2-40B4-BE49-F238E27FC236}">
                <a16:creationId xmlns:a16="http://schemas.microsoft.com/office/drawing/2014/main" id="{12ACBE6E-5DAE-5B6C-1E92-11C9C6623391}"/>
              </a:ext>
            </a:extLst>
          </p:cNvPr>
          <p:cNvSpPr>
            <a:spLocks noGrp="1"/>
          </p:cNvSpPr>
          <p:nvPr>
            <p:ph type="pic" sz="quarter" idx="14" hasCustomPrompt="1"/>
          </p:nvPr>
        </p:nvSpPr>
        <p:spPr>
          <a:xfrm>
            <a:off x="1361829" y="1964039"/>
            <a:ext cx="809494" cy="809495"/>
          </a:xfrm>
          <a:prstGeom prst="ellipse">
            <a:avLst/>
          </a:prstGeom>
          <a:ln>
            <a:noFill/>
          </a:ln>
        </p:spPr>
        <p:txBody>
          <a:bodyPr anchor="ctr">
            <a:noAutofit/>
          </a:bodyPr>
          <a:lstStyle>
            <a:lvl1pPr marL="0" indent="0" algn="ctr">
              <a:buFontTx/>
              <a:buNone/>
              <a:defRPr sz="1800"/>
            </a:lvl1pPr>
          </a:lstStyle>
          <a:p>
            <a:r>
              <a:rPr lang="en-US" dirty="0"/>
              <a:t>icon</a:t>
            </a:r>
          </a:p>
        </p:txBody>
      </p:sp>
      <p:sp>
        <p:nvSpPr>
          <p:cNvPr id="27" name="Picture Placeholder 25">
            <a:extLst>
              <a:ext uri="{FF2B5EF4-FFF2-40B4-BE49-F238E27FC236}">
                <a16:creationId xmlns:a16="http://schemas.microsoft.com/office/drawing/2014/main" id="{15DCB66B-4DA5-68F3-EAAE-A7B0A4F3B1D1}"/>
              </a:ext>
            </a:extLst>
          </p:cNvPr>
          <p:cNvSpPr>
            <a:spLocks noGrp="1"/>
          </p:cNvSpPr>
          <p:nvPr>
            <p:ph type="pic" sz="quarter" idx="15" hasCustomPrompt="1"/>
          </p:nvPr>
        </p:nvSpPr>
        <p:spPr>
          <a:xfrm>
            <a:off x="4180239" y="1964039"/>
            <a:ext cx="809494" cy="809495"/>
          </a:xfrm>
          <a:prstGeom prst="ellipse">
            <a:avLst/>
          </a:prstGeom>
          <a:ln>
            <a:noFill/>
          </a:ln>
        </p:spPr>
        <p:txBody>
          <a:bodyPr anchor="ctr">
            <a:noAutofit/>
          </a:bodyPr>
          <a:lstStyle>
            <a:lvl1pPr marL="0" indent="0" algn="ctr">
              <a:buFontTx/>
              <a:buNone/>
              <a:defRPr sz="1800"/>
            </a:lvl1pPr>
          </a:lstStyle>
          <a:p>
            <a:r>
              <a:rPr lang="en-US" dirty="0"/>
              <a:t>icon</a:t>
            </a:r>
          </a:p>
        </p:txBody>
      </p:sp>
      <p:sp>
        <p:nvSpPr>
          <p:cNvPr id="28" name="Picture Placeholder 25">
            <a:extLst>
              <a:ext uri="{FF2B5EF4-FFF2-40B4-BE49-F238E27FC236}">
                <a16:creationId xmlns:a16="http://schemas.microsoft.com/office/drawing/2014/main" id="{416EDE06-9533-67FB-BF24-DF6C76E3E628}"/>
              </a:ext>
            </a:extLst>
          </p:cNvPr>
          <p:cNvSpPr>
            <a:spLocks noGrp="1"/>
          </p:cNvSpPr>
          <p:nvPr>
            <p:ph type="pic" sz="quarter" idx="16" hasCustomPrompt="1"/>
          </p:nvPr>
        </p:nvSpPr>
        <p:spPr>
          <a:xfrm>
            <a:off x="6998649" y="1964039"/>
            <a:ext cx="809494" cy="809495"/>
          </a:xfrm>
          <a:prstGeom prst="ellipse">
            <a:avLst/>
          </a:prstGeom>
          <a:ln>
            <a:noFill/>
          </a:ln>
        </p:spPr>
        <p:txBody>
          <a:bodyPr anchor="ctr">
            <a:noAutofit/>
          </a:bodyPr>
          <a:lstStyle>
            <a:lvl1pPr marL="0" indent="0" algn="ctr">
              <a:buFontTx/>
              <a:buNone/>
              <a:defRPr sz="1800"/>
            </a:lvl1pPr>
          </a:lstStyle>
          <a:p>
            <a:r>
              <a:rPr lang="en-US" dirty="0"/>
              <a:t>icon</a:t>
            </a:r>
          </a:p>
        </p:txBody>
      </p:sp>
      <p:sp>
        <p:nvSpPr>
          <p:cNvPr id="29" name="Picture Placeholder 25">
            <a:extLst>
              <a:ext uri="{FF2B5EF4-FFF2-40B4-BE49-F238E27FC236}">
                <a16:creationId xmlns:a16="http://schemas.microsoft.com/office/drawing/2014/main" id="{690D0B6E-A10C-4C7A-3858-68AF26206F27}"/>
              </a:ext>
            </a:extLst>
          </p:cNvPr>
          <p:cNvSpPr>
            <a:spLocks noGrp="1"/>
          </p:cNvSpPr>
          <p:nvPr>
            <p:ph type="pic" sz="quarter" idx="17" hasCustomPrompt="1"/>
          </p:nvPr>
        </p:nvSpPr>
        <p:spPr>
          <a:xfrm>
            <a:off x="9817060" y="1964039"/>
            <a:ext cx="809494" cy="809495"/>
          </a:xfrm>
          <a:prstGeom prst="ellipse">
            <a:avLst/>
          </a:prstGeom>
          <a:ln>
            <a:noFill/>
          </a:ln>
        </p:spPr>
        <p:txBody>
          <a:bodyPr anchor="ctr">
            <a:noAutofit/>
          </a:bodyPr>
          <a:lstStyle>
            <a:lvl1pPr marL="0" indent="0" algn="ctr">
              <a:buFontTx/>
              <a:buNone/>
              <a:defRPr sz="1800"/>
            </a:lvl1pPr>
          </a:lstStyle>
          <a:p>
            <a:r>
              <a:rPr lang="en-US" dirty="0"/>
              <a:t>icon</a:t>
            </a:r>
          </a:p>
        </p:txBody>
      </p:sp>
      <p:sp>
        <p:nvSpPr>
          <p:cNvPr id="30" name="Text Placeholder 15">
            <a:extLst>
              <a:ext uri="{FF2B5EF4-FFF2-40B4-BE49-F238E27FC236}">
                <a16:creationId xmlns:a16="http://schemas.microsoft.com/office/drawing/2014/main" id="{7A05C422-6C2D-D524-06F6-FEBC6355E171}"/>
              </a:ext>
            </a:extLst>
          </p:cNvPr>
          <p:cNvSpPr>
            <a:spLocks noGrp="1"/>
          </p:cNvSpPr>
          <p:nvPr>
            <p:ph type="body" sz="quarter" idx="18"/>
          </p:nvPr>
        </p:nvSpPr>
        <p:spPr>
          <a:xfrm>
            <a:off x="634234" y="3968221"/>
            <a:ext cx="2264685" cy="1173194"/>
          </a:xfrm>
        </p:spPr>
        <p:txBody>
          <a:bodyPr>
            <a:normAutofit/>
          </a:bodyPr>
          <a:lstStyle>
            <a:lvl1pPr marL="0" indent="0" algn="ctr">
              <a:buNone/>
              <a:defRPr sz="1400">
                <a:solidFill>
                  <a:schemeClr val="tx1"/>
                </a:solidFill>
                <a:latin typeface="Frutiger 45 Light"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Click to edit Master text styles</a:t>
            </a:r>
          </a:p>
        </p:txBody>
      </p:sp>
      <p:sp>
        <p:nvSpPr>
          <p:cNvPr id="31" name="Text Placeholder 15">
            <a:extLst>
              <a:ext uri="{FF2B5EF4-FFF2-40B4-BE49-F238E27FC236}">
                <a16:creationId xmlns:a16="http://schemas.microsoft.com/office/drawing/2014/main" id="{3B1E9743-4863-A723-9C60-5FC5D3DBEA72}"/>
              </a:ext>
            </a:extLst>
          </p:cNvPr>
          <p:cNvSpPr>
            <a:spLocks noGrp="1"/>
          </p:cNvSpPr>
          <p:nvPr>
            <p:ph type="body" sz="quarter" idx="19"/>
          </p:nvPr>
        </p:nvSpPr>
        <p:spPr>
          <a:xfrm>
            <a:off x="3452644" y="3968221"/>
            <a:ext cx="2264685" cy="1173194"/>
          </a:xfrm>
        </p:spPr>
        <p:txBody>
          <a:bodyPr>
            <a:normAutofit/>
          </a:bodyPr>
          <a:lstStyle>
            <a:lvl1pPr marL="0" indent="0" algn="ctr">
              <a:buNone/>
              <a:defRPr sz="1400">
                <a:solidFill>
                  <a:schemeClr val="tx1"/>
                </a:solidFill>
                <a:latin typeface="Frutiger 45 Light"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
        <p:nvSpPr>
          <p:cNvPr id="32" name="Text Placeholder 15">
            <a:extLst>
              <a:ext uri="{FF2B5EF4-FFF2-40B4-BE49-F238E27FC236}">
                <a16:creationId xmlns:a16="http://schemas.microsoft.com/office/drawing/2014/main" id="{CD805F55-EF87-C927-683C-402E3B434938}"/>
              </a:ext>
            </a:extLst>
          </p:cNvPr>
          <p:cNvSpPr>
            <a:spLocks noGrp="1"/>
          </p:cNvSpPr>
          <p:nvPr>
            <p:ph type="body" sz="quarter" idx="20"/>
          </p:nvPr>
        </p:nvSpPr>
        <p:spPr>
          <a:xfrm>
            <a:off x="6271054" y="3968221"/>
            <a:ext cx="2264685" cy="1173194"/>
          </a:xfrm>
        </p:spPr>
        <p:txBody>
          <a:bodyPr>
            <a:normAutofit/>
          </a:bodyPr>
          <a:lstStyle>
            <a:lvl1pPr marL="0" indent="0" algn="ctr">
              <a:buNone/>
              <a:defRPr sz="1400">
                <a:solidFill>
                  <a:schemeClr val="tx1"/>
                </a:solidFill>
                <a:latin typeface="Frutiger 45 Light"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
        <p:nvSpPr>
          <p:cNvPr id="33" name="Text Placeholder 15">
            <a:extLst>
              <a:ext uri="{FF2B5EF4-FFF2-40B4-BE49-F238E27FC236}">
                <a16:creationId xmlns:a16="http://schemas.microsoft.com/office/drawing/2014/main" id="{9318E5AB-5357-32EC-1C6F-7497D78CAEE5}"/>
              </a:ext>
            </a:extLst>
          </p:cNvPr>
          <p:cNvSpPr>
            <a:spLocks noGrp="1"/>
          </p:cNvSpPr>
          <p:nvPr>
            <p:ph type="body" sz="quarter" idx="21"/>
          </p:nvPr>
        </p:nvSpPr>
        <p:spPr>
          <a:xfrm>
            <a:off x="9089465" y="3968221"/>
            <a:ext cx="2264685" cy="1173194"/>
          </a:xfrm>
        </p:spPr>
        <p:txBody>
          <a:bodyPr>
            <a:normAutofit/>
          </a:bodyPr>
          <a:lstStyle>
            <a:lvl1pPr marL="0" indent="0" algn="ctr">
              <a:buNone/>
              <a:defRPr sz="1400">
                <a:solidFill>
                  <a:schemeClr val="tx1"/>
                </a:solidFill>
                <a:latin typeface="Frutiger 45 Light"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Click to edit Master text styles</a:t>
            </a:r>
          </a:p>
        </p:txBody>
      </p:sp>
      <p:sp>
        <p:nvSpPr>
          <p:cNvPr id="34" name="Rectangle 33">
            <a:extLst>
              <a:ext uri="{FF2B5EF4-FFF2-40B4-BE49-F238E27FC236}">
                <a16:creationId xmlns:a16="http://schemas.microsoft.com/office/drawing/2014/main" id="{9A48394A-EAF3-AA74-A443-B84109539DEE}"/>
              </a:ext>
            </a:extLst>
          </p:cNvPr>
          <p:cNvSpPr/>
          <p:nvPr userDrawn="1"/>
        </p:nvSpPr>
        <p:spPr>
          <a:xfrm>
            <a:off x="1232786" y="2984386"/>
            <a:ext cx="1067580" cy="37784"/>
          </a:xfrm>
          <a:prstGeom prst="rect">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a typeface="+mn-ea"/>
              <a:cs typeface="+mn-cs"/>
            </a:endParaRPr>
          </a:p>
        </p:txBody>
      </p:sp>
      <p:sp>
        <p:nvSpPr>
          <p:cNvPr id="35" name="Rectangle 34">
            <a:extLst>
              <a:ext uri="{FF2B5EF4-FFF2-40B4-BE49-F238E27FC236}">
                <a16:creationId xmlns:a16="http://schemas.microsoft.com/office/drawing/2014/main" id="{51215128-DC01-82B5-FF95-CD17B9ACB12C}"/>
              </a:ext>
            </a:extLst>
          </p:cNvPr>
          <p:cNvSpPr/>
          <p:nvPr userDrawn="1"/>
        </p:nvSpPr>
        <p:spPr>
          <a:xfrm>
            <a:off x="4051196" y="2984386"/>
            <a:ext cx="1067580" cy="37784"/>
          </a:xfrm>
          <a:prstGeom prst="rect">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a typeface="+mn-ea"/>
              <a:cs typeface="+mn-cs"/>
            </a:endParaRPr>
          </a:p>
        </p:txBody>
      </p:sp>
      <p:sp>
        <p:nvSpPr>
          <p:cNvPr id="36" name="Rectangle 35">
            <a:extLst>
              <a:ext uri="{FF2B5EF4-FFF2-40B4-BE49-F238E27FC236}">
                <a16:creationId xmlns:a16="http://schemas.microsoft.com/office/drawing/2014/main" id="{80E91DFC-E616-7C47-DF0B-7E06270BF99C}"/>
              </a:ext>
            </a:extLst>
          </p:cNvPr>
          <p:cNvSpPr/>
          <p:nvPr userDrawn="1"/>
        </p:nvSpPr>
        <p:spPr>
          <a:xfrm>
            <a:off x="6869606" y="2984386"/>
            <a:ext cx="1067580" cy="37784"/>
          </a:xfrm>
          <a:prstGeom prst="rect">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a typeface="+mn-ea"/>
              <a:cs typeface="+mn-cs"/>
            </a:endParaRPr>
          </a:p>
        </p:txBody>
      </p:sp>
      <p:sp>
        <p:nvSpPr>
          <p:cNvPr id="37" name="Rectangle 36">
            <a:extLst>
              <a:ext uri="{FF2B5EF4-FFF2-40B4-BE49-F238E27FC236}">
                <a16:creationId xmlns:a16="http://schemas.microsoft.com/office/drawing/2014/main" id="{99A168DF-9E56-0C0D-7485-F28F78F2D2C0}"/>
              </a:ext>
            </a:extLst>
          </p:cNvPr>
          <p:cNvSpPr/>
          <p:nvPr userDrawn="1"/>
        </p:nvSpPr>
        <p:spPr>
          <a:xfrm>
            <a:off x="9688017" y="2984386"/>
            <a:ext cx="1067580" cy="37784"/>
          </a:xfrm>
          <a:prstGeom prst="rect">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a typeface="+mn-ea"/>
              <a:cs typeface="+mn-cs"/>
            </a:endParaRPr>
          </a:p>
        </p:txBody>
      </p:sp>
      <p:sp>
        <p:nvSpPr>
          <p:cNvPr id="38" name="Text Placeholder 15">
            <a:extLst>
              <a:ext uri="{FF2B5EF4-FFF2-40B4-BE49-F238E27FC236}">
                <a16:creationId xmlns:a16="http://schemas.microsoft.com/office/drawing/2014/main" id="{FB3665BC-C3D4-CE79-80F3-7F34FA3ECDE8}"/>
              </a:ext>
            </a:extLst>
          </p:cNvPr>
          <p:cNvSpPr>
            <a:spLocks noGrp="1"/>
          </p:cNvSpPr>
          <p:nvPr>
            <p:ph type="body" sz="quarter" idx="22" hasCustomPrompt="1"/>
          </p:nvPr>
        </p:nvSpPr>
        <p:spPr>
          <a:xfrm>
            <a:off x="634234" y="3298206"/>
            <a:ext cx="2264685" cy="425568"/>
          </a:xfrm>
        </p:spPr>
        <p:txBody>
          <a:bodyPr>
            <a:normAutofit/>
          </a:bodyPr>
          <a:lstStyle>
            <a:lvl1pPr marL="0" indent="0" algn="ctr">
              <a:buNone/>
              <a:defRPr sz="1800">
                <a:solidFill>
                  <a:schemeClr val="tx1"/>
                </a:solidFill>
                <a:latin typeface="Frutiger 45 bold"/>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Heading</a:t>
            </a:r>
          </a:p>
        </p:txBody>
      </p:sp>
      <p:sp>
        <p:nvSpPr>
          <p:cNvPr id="39" name="Text Placeholder 15">
            <a:extLst>
              <a:ext uri="{FF2B5EF4-FFF2-40B4-BE49-F238E27FC236}">
                <a16:creationId xmlns:a16="http://schemas.microsoft.com/office/drawing/2014/main" id="{E06ACF8C-308D-25A7-590F-09AAE35138E8}"/>
              </a:ext>
            </a:extLst>
          </p:cNvPr>
          <p:cNvSpPr>
            <a:spLocks noGrp="1"/>
          </p:cNvSpPr>
          <p:nvPr>
            <p:ph type="body" sz="quarter" idx="23" hasCustomPrompt="1"/>
          </p:nvPr>
        </p:nvSpPr>
        <p:spPr>
          <a:xfrm>
            <a:off x="3452644" y="3298206"/>
            <a:ext cx="2264685" cy="331936"/>
          </a:xfrm>
        </p:spPr>
        <p:txBody>
          <a:bodyPr>
            <a:normAutofit/>
          </a:bodyPr>
          <a:lstStyle>
            <a:lvl1pPr marL="0" indent="0" algn="ctr">
              <a:buNone/>
              <a:defRPr sz="1800">
                <a:solidFill>
                  <a:schemeClr val="tx1"/>
                </a:solidFill>
                <a:latin typeface="Frutiger 45 Light"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Heading</a:t>
            </a:r>
          </a:p>
        </p:txBody>
      </p:sp>
      <p:sp>
        <p:nvSpPr>
          <p:cNvPr id="40" name="Text Placeholder 15">
            <a:extLst>
              <a:ext uri="{FF2B5EF4-FFF2-40B4-BE49-F238E27FC236}">
                <a16:creationId xmlns:a16="http://schemas.microsoft.com/office/drawing/2014/main" id="{403A7C49-0A7D-6B23-80B7-E91B87827A94}"/>
              </a:ext>
            </a:extLst>
          </p:cNvPr>
          <p:cNvSpPr>
            <a:spLocks noGrp="1"/>
          </p:cNvSpPr>
          <p:nvPr>
            <p:ph type="body" sz="quarter" idx="24" hasCustomPrompt="1"/>
          </p:nvPr>
        </p:nvSpPr>
        <p:spPr>
          <a:xfrm>
            <a:off x="6271054" y="3298206"/>
            <a:ext cx="2264685" cy="330272"/>
          </a:xfrm>
        </p:spPr>
        <p:txBody>
          <a:bodyPr>
            <a:normAutofit/>
          </a:bodyPr>
          <a:lstStyle>
            <a:lvl1pPr marL="0" indent="0" algn="ctr">
              <a:buNone/>
              <a:defRPr sz="1800">
                <a:solidFill>
                  <a:schemeClr val="tx1"/>
                </a:solidFill>
                <a:latin typeface="Frutiger 45 Light"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Heading</a:t>
            </a:r>
          </a:p>
        </p:txBody>
      </p:sp>
      <p:sp>
        <p:nvSpPr>
          <p:cNvPr id="41" name="Text Placeholder 15">
            <a:extLst>
              <a:ext uri="{FF2B5EF4-FFF2-40B4-BE49-F238E27FC236}">
                <a16:creationId xmlns:a16="http://schemas.microsoft.com/office/drawing/2014/main" id="{9F247137-B811-1C0C-3ECF-8920F2723A09}"/>
              </a:ext>
            </a:extLst>
          </p:cNvPr>
          <p:cNvSpPr>
            <a:spLocks noGrp="1"/>
          </p:cNvSpPr>
          <p:nvPr>
            <p:ph type="body" sz="quarter" idx="25" hasCustomPrompt="1"/>
          </p:nvPr>
        </p:nvSpPr>
        <p:spPr>
          <a:xfrm>
            <a:off x="9089465" y="3298206"/>
            <a:ext cx="2264685" cy="330272"/>
          </a:xfrm>
        </p:spPr>
        <p:txBody>
          <a:bodyPr>
            <a:normAutofit/>
          </a:bodyPr>
          <a:lstStyle>
            <a:lvl1pPr marL="0" indent="0" algn="ctr">
              <a:buNone/>
              <a:defRPr sz="1800">
                <a:solidFill>
                  <a:schemeClr val="tx1"/>
                </a:solidFill>
                <a:latin typeface="Frutiger 45 Light"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Heading</a:t>
            </a:r>
          </a:p>
        </p:txBody>
      </p:sp>
      <p:sp>
        <p:nvSpPr>
          <p:cNvPr id="16" name="Text Placeholder 13">
            <a:extLst>
              <a:ext uri="{FF2B5EF4-FFF2-40B4-BE49-F238E27FC236}">
                <a16:creationId xmlns:a16="http://schemas.microsoft.com/office/drawing/2014/main" id="{EE57E6F6-95E1-BB44-5A8A-95D03F02DCEF}"/>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pic>
        <p:nvPicPr>
          <p:cNvPr id="2" name="Picture 1" descr="Background pattern&#10;&#10;Description automatically generated">
            <a:extLst>
              <a:ext uri="{FF2B5EF4-FFF2-40B4-BE49-F238E27FC236}">
                <a16:creationId xmlns:a16="http://schemas.microsoft.com/office/drawing/2014/main" id="{6B00E7C7-88E6-A7F9-7356-C605C6E380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12" name="Marcador de número de diapositiva 5">
            <a:extLst>
              <a:ext uri="{FF2B5EF4-FFF2-40B4-BE49-F238E27FC236}">
                <a16:creationId xmlns:a16="http://schemas.microsoft.com/office/drawing/2014/main" id="{3BA9357F-11E9-B623-DB32-AA16F0336D11}"/>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dirty="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260156344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6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1"/>
        </a:solidFill>
        <a:effectLst/>
      </p:bgPr>
    </p:bg>
    <p:spTree>
      <p:nvGrpSpPr>
        <p:cNvPr id="1" name=""/>
        <p:cNvGrpSpPr/>
        <p:nvPr/>
      </p:nvGrpSpPr>
      <p:grpSpPr>
        <a:xfrm>
          <a:off x="0" y="0"/>
          <a:ext cx="0" cy="0"/>
          <a:chOff x="0" y="0"/>
          <a:chExt cx="0" cy="0"/>
        </a:xfrm>
      </p:grpSpPr>
      <p:pic>
        <p:nvPicPr>
          <p:cNvPr id="6" name="Picture 5" descr="A picture containing blur&#10;&#10;Description automatically generated">
            <a:extLst>
              <a:ext uri="{FF2B5EF4-FFF2-40B4-BE49-F238E27FC236}">
                <a16:creationId xmlns:a16="http://schemas.microsoft.com/office/drawing/2014/main" id="{EF438032-1F77-BBEA-C7C7-8ED95C652F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12191999" cy="6858000"/>
          </a:xfrm>
          <a:prstGeom prst="rect">
            <a:avLst/>
          </a:prstGeom>
        </p:spPr>
      </p:pic>
      <p:sp>
        <p:nvSpPr>
          <p:cNvPr id="4" name="Title 1">
            <a:extLst>
              <a:ext uri="{FF2B5EF4-FFF2-40B4-BE49-F238E27FC236}">
                <a16:creationId xmlns:a16="http://schemas.microsoft.com/office/drawing/2014/main" id="{E6EEB829-6CD0-4395-A39D-7E253A77EA0C}"/>
              </a:ext>
            </a:extLst>
          </p:cNvPr>
          <p:cNvSpPr>
            <a:spLocks noGrp="1"/>
          </p:cNvSpPr>
          <p:nvPr>
            <p:ph type="ctrTitle" hasCustomPrompt="1"/>
          </p:nvPr>
        </p:nvSpPr>
        <p:spPr>
          <a:xfrm>
            <a:off x="1882435" y="2765913"/>
            <a:ext cx="3601189" cy="1326174"/>
          </a:xfrm>
        </p:spPr>
        <p:txBody>
          <a:bodyPr vert="horz" lIns="91440" tIns="45720" rIns="91440" bIns="45720" rtlCol="0" anchor="b">
            <a:noAutofit/>
          </a:bodyPr>
          <a:lstStyle>
            <a:lvl1pPr>
              <a:defRPr lang="en-US" sz="44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Thank you</a:t>
            </a:r>
          </a:p>
        </p:txBody>
      </p:sp>
      <p:sp>
        <p:nvSpPr>
          <p:cNvPr id="8" name="Text Placeholder 3">
            <a:extLst>
              <a:ext uri="{FF2B5EF4-FFF2-40B4-BE49-F238E27FC236}">
                <a16:creationId xmlns:a16="http://schemas.microsoft.com/office/drawing/2014/main" id="{5A4C7068-0752-FBFE-5D91-4C5EF463A731}"/>
              </a:ext>
            </a:extLst>
          </p:cNvPr>
          <p:cNvSpPr>
            <a:spLocks noGrp="1"/>
          </p:cNvSpPr>
          <p:nvPr>
            <p:ph type="body" sz="half" idx="2"/>
          </p:nvPr>
        </p:nvSpPr>
        <p:spPr>
          <a:xfrm>
            <a:off x="1882435" y="4233333"/>
            <a:ext cx="4293054" cy="664810"/>
          </a:xfrm>
        </p:spPr>
        <p:txBody>
          <a:bodyPr/>
          <a:lstStyle>
            <a:lvl1pPr marL="0" indent="0">
              <a:buNone/>
              <a:defRPr sz="1600">
                <a:solidFill>
                  <a:srgbClr val="595959"/>
                </a:solidFill>
                <a:latin typeface="Frutiger 45 Light"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5" name="TextBox 34">
            <a:extLst>
              <a:ext uri="{FF2B5EF4-FFF2-40B4-BE49-F238E27FC236}">
                <a16:creationId xmlns:a16="http://schemas.microsoft.com/office/drawing/2014/main" id="{F0FA6A43-0AD4-BED3-13C7-0AF5B9BB3FF3}"/>
              </a:ext>
            </a:extLst>
          </p:cNvPr>
          <p:cNvSpPr txBox="1"/>
          <p:nvPr userDrawn="1"/>
        </p:nvSpPr>
        <p:spPr>
          <a:xfrm>
            <a:off x="3048000" y="6423303"/>
            <a:ext cx="6096000" cy="246221"/>
          </a:xfrm>
          <a:prstGeom prst="rect">
            <a:avLst/>
          </a:prstGeom>
          <a:noFill/>
        </p:spPr>
        <p:txBody>
          <a:bodyPr wrap="square">
            <a:spAutoFit/>
          </a:bodyPr>
          <a:lstStyle/>
          <a:p>
            <a:pPr algn="ctr"/>
            <a:r>
              <a:rPr lang="en-US" sz="1000" b="0" i="0" spc="50" baseline="0" dirty="0" err="1">
                <a:solidFill>
                  <a:srgbClr val="595959"/>
                </a:solidFill>
                <a:effectLst/>
                <a:latin typeface="Frutiger 45 Light" pitchFamily="2" charset="0"/>
              </a:rPr>
              <a:t>LTIMindtree</a:t>
            </a:r>
            <a:r>
              <a:rPr lang="en-US" sz="1000" b="0" i="0" spc="50" baseline="0" dirty="0">
                <a:solidFill>
                  <a:srgbClr val="595959"/>
                </a:solidFill>
                <a:effectLst/>
                <a:latin typeface="Frutiger 45 Light" pitchFamily="2" charset="0"/>
              </a:rPr>
              <a:t> Limited is a subsidiary of Larsen &amp; Toubro Limited</a:t>
            </a:r>
            <a:endParaRPr lang="en-US" sz="1000" b="0" kern="1200" spc="50" baseline="0" dirty="0">
              <a:solidFill>
                <a:srgbClr val="595959"/>
              </a:solidFill>
              <a:latin typeface="Frutiger 45 Light" pitchFamily="2" charset="0"/>
              <a:ea typeface="+mn-ea"/>
              <a:cs typeface="+mn-cs"/>
            </a:endParaRPr>
          </a:p>
        </p:txBody>
      </p:sp>
      <p:pic>
        <p:nvPicPr>
          <p:cNvPr id="2" name="Picture 1">
            <a:extLst>
              <a:ext uri="{FF2B5EF4-FFF2-40B4-BE49-F238E27FC236}">
                <a16:creationId xmlns:a16="http://schemas.microsoft.com/office/drawing/2014/main" id="{F8C452BF-B975-E66F-DD59-26D7F104617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43341" y="6373111"/>
            <a:ext cx="1369134" cy="388898"/>
          </a:xfrm>
          <a:prstGeom prst="rect">
            <a:avLst/>
          </a:prstGeom>
        </p:spPr>
      </p:pic>
    </p:spTree>
    <p:extLst>
      <p:ext uri="{BB962C8B-B14F-4D97-AF65-F5344CB8AC3E}">
        <p14:creationId xmlns:p14="http://schemas.microsoft.com/office/powerpoint/2010/main" val="1860366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03685D-D505-42E6-B2A3-1B26BC793250}"/>
              </a:ext>
            </a:extLst>
          </p:cNvPr>
          <p:cNvSpPr>
            <a:spLocks noGrp="1"/>
          </p:cNvSpPr>
          <p:nvPr>
            <p:ph type="title"/>
          </p:nvPr>
        </p:nvSpPr>
        <p:spPr>
          <a:xfrm>
            <a:off x="468086" y="365125"/>
            <a:ext cx="10885714"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6420300D-8B9D-444F-97B8-8F7D7E3A37FB}"/>
              </a:ext>
            </a:extLst>
          </p:cNvPr>
          <p:cNvSpPr>
            <a:spLocks noGrp="1"/>
          </p:cNvSpPr>
          <p:nvPr>
            <p:ph type="body" idx="1"/>
          </p:nvPr>
        </p:nvSpPr>
        <p:spPr>
          <a:xfrm>
            <a:off x="468086" y="1825625"/>
            <a:ext cx="10885714"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Box 9">
            <a:extLst>
              <a:ext uri="{FF2B5EF4-FFF2-40B4-BE49-F238E27FC236}">
                <a16:creationId xmlns:a16="http://schemas.microsoft.com/office/drawing/2014/main" id="{9DEDB723-1905-4E83-9D47-D0B5CFAA7945}"/>
              </a:ext>
            </a:extLst>
          </p:cNvPr>
          <p:cNvSpPr txBox="1"/>
          <p:nvPr userDrawn="1"/>
        </p:nvSpPr>
        <p:spPr>
          <a:xfrm>
            <a:off x="3048000" y="6425185"/>
            <a:ext cx="6096000" cy="248979"/>
          </a:xfrm>
          <a:prstGeom prst="rect">
            <a:avLst/>
          </a:prstGeom>
          <a:noFill/>
        </p:spPr>
        <p:txBody>
          <a:bodyPr wrap="square">
            <a:spAutoFit/>
          </a:bodyPr>
          <a:lstStyle/>
          <a:p>
            <a:pPr algn="ctr">
              <a:lnSpc>
                <a:spcPct val="107000"/>
              </a:lnSpc>
              <a:spcAft>
                <a:spcPts val="800"/>
              </a:spcAft>
            </a:pPr>
            <a:r>
              <a:rPr lang="en-US" sz="1000" dirty="0">
                <a:solidFill>
                  <a:srgbClr val="97A0A4"/>
                </a:solidFill>
                <a:effectLst/>
                <a:latin typeface="Frutiger LT Pro 45 Light" panose="020B0403030504020204" pitchFamily="34" charset="77"/>
                <a:ea typeface="Frutiger LT Pro 45 Light" panose="020B0403030504020204" pitchFamily="34" charset="77"/>
                <a:cs typeface="Calibri" panose="020F0502020204030204" pitchFamily="34" charset="0"/>
              </a:rPr>
              <a:t>©LTIMindtree | Privileged and Confidential 2025</a:t>
            </a:r>
            <a:endParaRPr lang="en-IN" sz="1000" dirty="0">
              <a:solidFill>
                <a:srgbClr val="595959"/>
              </a:solidFill>
              <a:effectLst/>
              <a:latin typeface="Frutiger LT Pro 45 Light" panose="020B0403030504020204" pitchFamily="34" charset="77"/>
              <a:ea typeface="Frutiger LT Pro 45 Light" panose="020B0403030504020204" pitchFamily="34" charset="77"/>
              <a:cs typeface="Calibri" panose="020F0502020204030204" pitchFamily="34" charset="0"/>
            </a:endParaRPr>
          </a:p>
        </p:txBody>
      </p:sp>
      <p:sp>
        <p:nvSpPr>
          <p:cNvPr id="4" name="Rectangle 2">
            <a:extLst>
              <a:ext uri="{FF2B5EF4-FFF2-40B4-BE49-F238E27FC236}">
                <a16:creationId xmlns:a16="http://schemas.microsoft.com/office/drawing/2014/main" id="{604E6E1E-7055-8D1B-4C37-9DCF88F2180C}"/>
              </a:ext>
            </a:extLst>
          </p:cNvPr>
          <p:cNvSpPr>
            <a:spLocks noChangeArrowheads="1"/>
          </p:cNvSpPr>
          <p:nvPr userDrawn="1"/>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Text Box 1073742684">
            <a:extLst>
              <a:ext uri="{FF2B5EF4-FFF2-40B4-BE49-F238E27FC236}">
                <a16:creationId xmlns:a16="http://schemas.microsoft.com/office/drawing/2014/main" id="{CB09C83E-2E41-0B4B-7535-36A14EDE4624}"/>
              </a:ext>
            </a:extLst>
          </p:cNvPr>
          <p:cNvSpPr txBox="1"/>
          <p:nvPr userDrawn="1"/>
        </p:nvSpPr>
        <p:spPr>
          <a:xfrm>
            <a:off x="4620260" y="3278188"/>
            <a:ext cx="2951480" cy="301625"/>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pPr>
              <a:lnSpc>
                <a:spcPct val="107000"/>
              </a:lnSpc>
              <a:spcAft>
                <a:spcPts val="800"/>
              </a:spcAft>
            </a:pPr>
            <a:endParaRPr lang="en-IN" sz="1000" dirty="0">
              <a:solidFill>
                <a:srgbClr val="595959"/>
              </a:solidFill>
              <a:effectLst/>
              <a:latin typeface="Frutiger LT Pro 45 Light" panose="020B0403030504020204" pitchFamily="34" charset="77"/>
              <a:ea typeface="Frutiger LT Pro 45 Light" panose="020B0403030504020204" pitchFamily="34" charset="77"/>
              <a:cs typeface="Calibri" panose="020F0502020204030204" pitchFamily="34" charset="0"/>
            </a:endParaRPr>
          </a:p>
        </p:txBody>
      </p:sp>
      <p:pic>
        <p:nvPicPr>
          <p:cNvPr id="5" name="Picture 4">
            <a:extLst>
              <a:ext uri="{FF2B5EF4-FFF2-40B4-BE49-F238E27FC236}">
                <a16:creationId xmlns:a16="http://schemas.microsoft.com/office/drawing/2014/main" id="{F90561BA-C7F5-9336-C8B6-9C52C6E480B1}"/>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443341" y="6373111"/>
            <a:ext cx="1369134" cy="388898"/>
          </a:xfrm>
          <a:prstGeom prst="rect">
            <a:avLst/>
          </a:prstGeom>
        </p:spPr>
      </p:pic>
    </p:spTree>
    <p:extLst>
      <p:ext uri="{BB962C8B-B14F-4D97-AF65-F5344CB8AC3E}">
        <p14:creationId xmlns:p14="http://schemas.microsoft.com/office/powerpoint/2010/main" val="2867232920"/>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1" r:id="rId3"/>
    <p:sldLayoutId id="2147483666" r:id="rId4"/>
    <p:sldLayoutId id="2147483665" r:id="rId5"/>
    <p:sldLayoutId id="2147483651" r:id="rId6"/>
    <p:sldLayoutId id="2147483660" r:id="rId7"/>
    <p:sldLayoutId id="2147483652" r:id="rId8"/>
    <p:sldLayoutId id="2147483653" r:id="rId9"/>
    <p:sldLayoutId id="2147483654" r:id="rId10"/>
    <p:sldLayoutId id="2147483658" r:id="rId11"/>
    <p:sldLayoutId id="2147483656" r:id="rId12"/>
    <p:sldLayoutId id="2147483657" r:id="rId13"/>
    <p:sldLayoutId id="2147483664" r:id="rId14"/>
    <p:sldLayoutId id="2147483663" r:id="rId15"/>
    <p:sldLayoutId id="2147483659" r:id="rId16"/>
  </p:sldLayoutIdLst>
  <p:txStyles>
    <p:titleStyle>
      <a:lvl1pPr algn="l" defTabSz="914400" rtl="0" eaLnBrk="1" latinLnBrk="0" hangingPunct="1">
        <a:lnSpc>
          <a:spcPct val="90000"/>
        </a:lnSpc>
        <a:spcBef>
          <a:spcPct val="0"/>
        </a:spcBef>
        <a:buNone/>
        <a:defRPr sz="440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geeksforgeeks.org/python/literals-in-python/#:~:text=What%20is%20String%20literals" TargetMode="Externa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5B80A-D70A-4B7A-A8FF-3344D2838AE0}"/>
              </a:ext>
            </a:extLst>
          </p:cNvPr>
          <p:cNvSpPr>
            <a:spLocks noGrp="1"/>
          </p:cNvSpPr>
          <p:nvPr>
            <p:ph type="title"/>
          </p:nvPr>
        </p:nvSpPr>
        <p:spPr/>
        <p:txBody>
          <a:bodyPr/>
          <a:lstStyle/>
          <a:p>
            <a:r>
              <a:rPr lang="en-US" dirty="0">
                <a:latin typeface="Frutiger LT Pro 55 Roman" panose="020B0602020204020204"/>
              </a:rPr>
              <a:t>Divider Slide</a:t>
            </a:r>
          </a:p>
        </p:txBody>
      </p:sp>
      <p:sp>
        <p:nvSpPr>
          <p:cNvPr id="3" name="Text Placeholder 2">
            <a:extLst>
              <a:ext uri="{FF2B5EF4-FFF2-40B4-BE49-F238E27FC236}">
                <a16:creationId xmlns:a16="http://schemas.microsoft.com/office/drawing/2014/main" id="{3051CA9D-CD97-4AE9-AD41-4CA59F2CA257}"/>
              </a:ext>
            </a:extLst>
          </p:cNvPr>
          <p:cNvSpPr>
            <a:spLocks noGrp="1"/>
          </p:cNvSpPr>
          <p:nvPr>
            <p:ph type="body" idx="1"/>
          </p:nvPr>
        </p:nvSpPr>
        <p:spPr/>
        <p:txBody>
          <a:bodyPr/>
          <a:lstStyle/>
          <a:p>
            <a:endParaRPr lang="en-US" dirty="0">
              <a:latin typeface="Frutiger LT Pro 55 Roman" panose="020B0602020204020204"/>
            </a:endParaRPr>
          </a:p>
        </p:txBody>
      </p:sp>
    </p:spTree>
    <p:extLst>
      <p:ext uri="{BB962C8B-B14F-4D97-AF65-F5344CB8AC3E}">
        <p14:creationId xmlns:p14="http://schemas.microsoft.com/office/powerpoint/2010/main" val="1173898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EB69A-48E0-631B-BC89-6119A79D15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6FB246-045E-12C4-8C11-72CFD26D9746}"/>
              </a:ext>
            </a:extLst>
          </p:cNvPr>
          <p:cNvSpPr>
            <a:spLocks noGrp="1"/>
          </p:cNvSpPr>
          <p:nvPr>
            <p:ph type="title"/>
          </p:nvPr>
        </p:nvSpPr>
        <p:spPr/>
        <p:txBody>
          <a:bodyPr/>
          <a:lstStyle/>
          <a:p>
            <a:r>
              <a:rPr lang="en-IN" dirty="0"/>
              <a:t>What,Why &amp; How to use Python</a:t>
            </a:r>
            <a:endParaRPr lang="en-US" dirty="0">
              <a:latin typeface="Frutiger LT Pro 55 Roman" panose="020B0602020204020204"/>
            </a:endParaRPr>
          </a:p>
        </p:txBody>
      </p:sp>
    </p:spTree>
    <p:extLst>
      <p:ext uri="{BB962C8B-B14F-4D97-AF65-F5344CB8AC3E}">
        <p14:creationId xmlns:p14="http://schemas.microsoft.com/office/powerpoint/2010/main" val="3754656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44E3B9C0-D4F4-BC78-C228-3D3A088EDB36}"/>
              </a:ext>
            </a:extLst>
          </p:cNvPr>
          <p:cNvSpPr>
            <a:spLocks noGrp="1"/>
          </p:cNvSpPr>
          <p:nvPr>
            <p:ph type="body" sz="quarter" idx="13"/>
          </p:nvPr>
        </p:nvSpPr>
        <p:spPr>
          <a:xfrm>
            <a:off x="533399" y="469835"/>
            <a:ext cx="14764882" cy="434975"/>
          </a:xfrm>
        </p:spPr>
        <p:txBody>
          <a:bodyPr/>
          <a:lstStyle/>
          <a:p>
            <a:pPr marL="0" indent="0">
              <a:buNone/>
            </a:pPr>
            <a:r>
              <a:rPr lang="en-US" dirty="0">
                <a:latin typeface="Arial" panose="020B0604020202020204" pitchFamily="34" charset="0"/>
                <a:cs typeface="Arial" panose="020B0604020202020204" pitchFamily="34" charset="0"/>
              </a:rPr>
              <a:t>What is Python</a:t>
            </a:r>
          </a:p>
        </p:txBody>
      </p:sp>
      <p:sp>
        <p:nvSpPr>
          <p:cNvPr id="3" name="Text Placeholder 2">
            <a:extLst>
              <a:ext uri="{FF2B5EF4-FFF2-40B4-BE49-F238E27FC236}">
                <a16:creationId xmlns:a16="http://schemas.microsoft.com/office/drawing/2014/main" id="{277A370C-2620-FAA5-CA70-16B00E14D06C}"/>
              </a:ext>
            </a:extLst>
          </p:cNvPr>
          <p:cNvSpPr>
            <a:spLocks noGrp="1" noChangeArrowheads="1"/>
          </p:cNvSpPr>
          <p:nvPr>
            <p:ph type="body" sz="quarter" idx="14"/>
          </p:nvPr>
        </p:nvSpPr>
        <p:spPr bwMode="auto">
          <a:xfrm>
            <a:off x="533400" y="1383874"/>
            <a:ext cx="10551160"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High-Level Language</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	Python abstracts away complex details, letting you focus on solving problems.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General-Purpose</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	Used in </a:t>
            </a:r>
            <a:r>
              <a:rPr kumimoji="0" lang="en-US" altLang="en-US" sz="2000" b="1" i="0" u="none" strike="noStrike" cap="none" normalizeH="0" baseline="0" dirty="0">
                <a:ln>
                  <a:noFill/>
                </a:ln>
                <a:solidFill>
                  <a:schemeClr val="tx1"/>
                </a:solidFill>
                <a:effectLst/>
                <a:latin typeface="Arial" panose="020B0604020202020204" pitchFamily="34" charset="0"/>
              </a:rPr>
              <a:t>web development</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data science</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machine learning</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automation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AI</a:t>
            </a:r>
            <a:r>
              <a:rPr kumimoji="0" lang="en-US" altLang="en-US" sz="2000" b="0" i="0" u="none" strike="noStrike" cap="none" normalizeH="0" baseline="0" dirty="0">
                <a:ln>
                  <a:noFill/>
                </a:ln>
                <a:solidFill>
                  <a:schemeClr val="tx1"/>
                </a:solidFill>
                <a:effectLst/>
                <a:latin typeface="Arial" panose="020B0604020202020204" pitchFamily="34" charset="0"/>
              </a:rPr>
              <a:t>, and 	more.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Interpreted Language</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	Python code runs line-by-line, making it easier to debug and test.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Readable &amp; Clean Syntax</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	Designed to be easy to read and write—great for beginners and professionals.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Extensive Library Support</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	Thousands of libraries available for everything from math to machine learning.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Cross-Platform</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	Works on Windows, macOS, Linux—write once, run anywhere.</a:t>
            </a:r>
          </a:p>
        </p:txBody>
      </p:sp>
    </p:spTree>
    <p:extLst>
      <p:ext uri="{BB962C8B-B14F-4D97-AF65-F5344CB8AC3E}">
        <p14:creationId xmlns:p14="http://schemas.microsoft.com/office/powerpoint/2010/main" val="2997260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644C7-2412-53D6-CBFC-CF20B575E116}"/>
            </a:ext>
          </a:extLst>
        </p:cNvPr>
        <p:cNvGrpSpPr/>
        <p:nvPr/>
      </p:nvGrpSpPr>
      <p:grpSpPr>
        <a:xfrm>
          <a:off x="0" y="0"/>
          <a:ext cx="0" cy="0"/>
          <a:chOff x="0" y="0"/>
          <a:chExt cx="0" cy="0"/>
        </a:xfrm>
      </p:grpSpPr>
      <p:sp>
        <p:nvSpPr>
          <p:cNvPr id="14" name="Text Placeholder 13">
            <a:extLst>
              <a:ext uri="{FF2B5EF4-FFF2-40B4-BE49-F238E27FC236}">
                <a16:creationId xmlns:a16="http://schemas.microsoft.com/office/drawing/2014/main" id="{15E13325-F836-ADAA-40C4-204262B4364C}"/>
              </a:ext>
            </a:extLst>
          </p:cNvPr>
          <p:cNvSpPr>
            <a:spLocks noGrp="1"/>
          </p:cNvSpPr>
          <p:nvPr>
            <p:ph type="body" sz="quarter" idx="13"/>
          </p:nvPr>
        </p:nvSpPr>
        <p:spPr>
          <a:xfrm>
            <a:off x="533399" y="469835"/>
            <a:ext cx="14764882" cy="434975"/>
          </a:xfrm>
        </p:spPr>
        <p:txBody>
          <a:bodyPr/>
          <a:lstStyle/>
          <a:p>
            <a:pPr marL="0" indent="0">
              <a:buNone/>
            </a:pPr>
            <a:r>
              <a:rPr lang="en-US" dirty="0">
                <a:latin typeface="Arial" panose="020B0604020202020204" pitchFamily="34" charset="0"/>
                <a:cs typeface="Arial" panose="020B0604020202020204" pitchFamily="34" charset="0"/>
              </a:rPr>
              <a:t>Why Python</a:t>
            </a:r>
          </a:p>
        </p:txBody>
      </p:sp>
      <p:sp>
        <p:nvSpPr>
          <p:cNvPr id="3" name="Text Placeholder 2">
            <a:extLst>
              <a:ext uri="{FF2B5EF4-FFF2-40B4-BE49-F238E27FC236}">
                <a16:creationId xmlns:a16="http://schemas.microsoft.com/office/drawing/2014/main" id="{D25231C3-246B-2CD7-5C14-9B5EEFACAB23}"/>
              </a:ext>
            </a:extLst>
          </p:cNvPr>
          <p:cNvSpPr>
            <a:spLocks noGrp="1" noChangeArrowheads="1"/>
          </p:cNvSpPr>
          <p:nvPr>
            <p:ph type="body" sz="quarter" idx="14"/>
          </p:nvPr>
        </p:nvSpPr>
        <p:spPr bwMode="auto">
          <a:xfrm>
            <a:off x="533400" y="1076098"/>
            <a:ext cx="709676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n-US" altLang="en-US" sz="2000" b="0" dirty="0">
                <a:latin typeface="Arial" panose="020B0604020202020204" pitchFamily="34" charset="0"/>
              </a:rPr>
              <a:t>Requires fewer lines of code compared to other programming languages like Java.</a:t>
            </a:r>
          </a:p>
          <a:p>
            <a:pPr marL="0" lvl="0" indent="0" eaLnBrk="0" fontAlgn="base" hangingPunct="0">
              <a:lnSpc>
                <a:spcPct val="100000"/>
              </a:lnSpc>
              <a:spcBef>
                <a:spcPct val="0"/>
              </a:spcBef>
              <a:spcAft>
                <a:spcPct val="0"/>
              </a:spcAft>
              <a:buNone/>
            </a:pPr>
            <a:endParaRPr lang="en-US" altLang="en-US" sz="2000" b="0"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2000" b="0" dirty="0">
                <a:latin typeface="Arial" panose="020B0604020202020204" pitchFamily="34" charset="0"/>
              </a:rPr>
              <a:t>Provides Libraries / Frameworks like Django, Flask and many more for Web Development, and Pandas, </a:t>
            </a:r>
            <a:r>
              <a:rPr lang="en-US" altLang="en-US" sz="2000" b="0" dirty="0" err="1">
                <a:latin typeface="Arial" panose="020B0604020202020204" pitchFamily="34" charset="0"/>
              </a:rPr>
              <a:t>Tensorflow</a:t>
            </a:r>
            <a:r>
              <a:rPr lang="en-US" altLang="en-US" sz="2000" b="0" dirty="0">
                <a:latin typeface="Arial" panose="020B0604020202020204" pitchFamily="34" charset="0"/>
              </a:rPr>
              <a:t>, Scikit-learn and many more for, AI/ML, Data Science and Data Analysis</a:t>
            </a:r>
          </a:p>
          <a:p>
            <a:pPr marL="0" lvl="0" indent="0" eaLnBrk="0" fontAlgn="base" hangingPunct="0">
              <a:lnSpc>
                <a:spcPct val="100000"/>
              </a:lnSpc>
              <a:spcBef>
                <a:spcPct val="0"/>
              </a:spcBef>
              <a:spcAft>
                <a:spcPct val="0"/>
              </a:spcAft>
              <a:buNone/>
            </a:pPr>
            <a:endParaRPr lang="en-US" altLang="en-US" sz="2000" b="0"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2000" b="0" dirty="0">
                <a:latin typeface="Arial" panose="020B0604020202020204" pitchFamily="34" charset="0"/>
              </a:rPr>
              <a:t>Cross-platform, works on Windows, Mac and Linux without major changes.</a:t>
            </a:r>
          </a:p>
          <a:p>
            <a:pPr marL="0" lvl="0" indent="0" eaLnBrk="0" fontAlgn="base" hangingPunct="0">
              <a:lnSpc>
                <a:spcPct val="100000"/>
              </a:lnSpc>
              <a:spcBef>
                <a:spcPct val="0"/>
              </a:spcBef>
              <a:spcAft>
                <a:spcPct val="0"/>
              </a:spcAft>
              <a:buNone/>
            </a:pPr>
            <a:endParaRPr lang="en-US" altLang="en-US" sz="2000" b="0"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2000" b="0" dirty="0">
                <a:latin typeface="Arial" panose="020B0604020202020204" pitchFamily="34" charset="0"/>
              </a:rPr>
              <a:t>Used by top tech companies like Google, Netflix and NASA.</a:t>
            </a:r>
          </a:p>
          <a:p>
            <a:pPr marL="0" lvl="0" indent="0" eaLnBrk="0" fontAlgn="base" hangingPunct="0">
              <a:lnSpc>
                <a:spcPct val="100000"/>
              </a:lnSpc>
              <a:spcBef>
                <a:spcPct val="0"/>
              </a:spcBef>
              <a:spcAft>
                <a:spcPct val="0"/>
              </a:spcAft>
              <a:buNone/>
            </a:pPr>
            <a:endParaRPr lang="en-US" altLang="en-US" sz="2000" b="0"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2000" b="0" dirty="0">
                <a:latin typeface="Arial" panose="020B0604020202020204" pitchFamily="34" charset="0"/>
              </a:rPr>
              <a:t>Many Python coding job opportunities in Software Development, Data Science and AI/ML.</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756BCB68-723A-9B6D-E218-CC015B200F60}"/>
              </a:ext>
            </a:extLst>
          </p:cNvPr>
          <p:cNvPicPr>
            <a:picLocks noChangeAspect="1"/>
          </p:cNvPicPr>
          <p:nvPr/>
        </p:nvPicPr>
        <p:blipFill>
          <a:blip r:embed="rId2"/>
          <a:stretch>
            <a:fillRect/>
          </a:stretch>
        </p:blipFill>
        <p:spPr>
          <a:xfrm>
            <a:off x="7630160" y="1847049"/>
            <a:ext cx="4427992" cy="2743341"/>
          </a:xfrm>
          <a:prstGeom prst="rect">
            <a:avLst/>
          </a:prstGeom>
        </p:spPr>
      </p:pic>
    </p:spTree>
    <p:extLst>
      <p:ext uri="{BB962C8B-B14F-4D97-AF65-F5344CB8AC3E}">
        <p14:creationId xmlns:p14="http://schemas.microsoft.com/office/powerpoint/2010/main" val="3329505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1C281-F22F-1391-9859-0DFFE9D147AA}"/>
            </a:ext>
          </a:extLst>
        </p:cNvPr>
        <p:cNvGrpSpPr/>
        <p:nvPr/>
      </p:nvGrpSpPr>
      <p:grpSpPr>
        <a:xfrm>
          <a:off x="0" y="0"/>
          <a:ext cx="0" cy="0"/>
          <a:chOff x="0" y="0"/>
          <a:chExt cx="0" cy="0"/>
        </a:xfrm>
      </p:grpSpPr>
      <p:sp>
        <p:nvSpPr>
          <p:cNvPr id="14" name="Text Placeholder 13">
            <a:extLst>
              <a:ext uri="{FF2B5EF4-FFF2-40B4-BE49-F238E27FC236}">
                <a16:creationId xmlns:a16="http://schemas.microsoft.com/office/drawing/2014/main" id="{A503DC03-F314-46D6-C2DA-84EA9CA005B2}"/>
              </a:ext>
            </a:extLst>
          </p:cNvPr>
          <p:cNvSpPr>
            <a:spLocks noGrp="1"/>
          </p:cNvSpPr>
          <p:nvPr>
            <p:ph type="body" sz="quarter" idx="13"/>
          </p:nvPr>
        </p:nvSpPr>
        <p:spPr>
          <a:xfrm>
            <a:off x="533399" y="469835"/>
            <a:ext cx="14764882" cy="434975"/>
          </a:xfrm>
        </p:spPr>
        <p:txBody>
          <a:bodyPr/>
          <a:lstStyle/>
          <a:p>
            <a:pPr marL="0" indent="0">
              <a:buNone/>
            </a:pPr>
            <a:r>
              <a:rPr lang="en-US" dirty="0">
                <a:latin typeface="Arial" panose="020B0604020202020204" pitchFamily="34" charset="0"/>
                <a:cs typeface="Arial" panose="020B0604020202020204" pitchFamily="34" charset="0"/>
              </a:rPr>
              <a:t>How to use Python</a:t>
            </a:r>
          </a:p>
        </p:txBody>
      </p:sp>
      <p:sp>
        <p:nvSpPr>
          <p:cNvPr id="3" name="Text Placeholder 2">
            <a:extLst>
              <a:ext uri="{FF2B5EF4-FFF2-40B4-BE49-F238E27FC236}">
                <a16:creationId xmlns:a16="http://schemas.microsoft.com/office/drawing/2014/main" id="{E52DC373-6EFE-B5BC-EAF5-E0E92F74710E}"/>
              </a:ext>
            </a:extLst>
          </p:cNvPr>
          <p:cNvSpPr>
            <a:spLocks noGrp="1" noChangeArrowheads="1"/>
          </p:cNvSpPr>
          <p:nvPr>
            <p:ph type="body" sz="quarter" idx="14"/>
          </p:nvPr>
        </p:nvSpPr>
        <p:spPr bwMode="auto">
          <a:xfrm>
            <a:off x="533400" y="1168429"/>
            <a:ext cx="1055116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n-US" altLang="en-US" sz="1600" dirty="0">
                <a:latin typeface="Arial" panose="020B0604020202020204" pitchFamily="34" charset="0"/>
              </a:rPr>
              <a:t>Install Python</a:t>
            </a:r>
          </a:p>
          <a:p>
            <a:pPr marL="457200" lvl="1" indent="0" eaLnBrk="0" fontAlgn="base" hangingPunct="0">
              <a:lnSpc>
                <a:spcPct val="100000"/>
              </a:lnSpc>
              <a:spcBef>
                <a:spcPct val="0"/>
              </a:spcBef>
              <a:spcAft>
                <a:spcPct val="0"/>
              </a:spcAft>
              <a:buNone/>
            </a:pPr>
            <a:r>
              <a:rPr lang="en-US" altLang="en-US" sz="1600" dirty="0">
                <a:latin typeface="Arial" panose="020B0604020202020204" pitchFamily="34" charset="0"/>
              </a:rPr>
              <a:t>➤ Download from python.org</a:t>
            </a:r>
          </a:p>
          <a:p>
            <a:pPr marL="0" lvl="0" indent="0" eaLnBrk="0" fontAlgn="base" hangingPunct="0">
              <a:lnSpc>
                <a:spcPct val="100000"/>
              </a:lnSpc>
              <a:spcBef>
                <a:spcPct val="0"/>
              </a:spcBef>
              <a:spcAft>
                <a:spcPct val="0"/>
              </a:spcAft>
              <a:buNone/>
            </a:pPr>
            <a:r>
              <a:rPr lang="en-US" altLang="en-US" sz="1600" dirty="0">
                <a:latin typeface="Arial" panose="020B0604020202020204" pitchFamily="34" charset="0"/>
              </a:rPr>
              <a:t>        ➤ Add to system PATH</a:t>
            </a:r>
          </a:p>
          <a:p>
            <a:pPr marL="0" lvl="0" indent="0" eaLnBrk="0" fontAlgn="base" hangingPunct="0">
              <a:lnSpc>
                <a:spcPct val="100000"/>
              </a:lnSpc>
              <a:spcBef>
                <a:spcPct val="0"/>
              </a:spcBef>
              <a:spcAft>
                <a:spcPct val="0"/>
              </a:spcAft>
              <a:buFontTx/>
              <a:buChar char="•"/>
            </a:pPr>
            <a:endParaRPr lang="en-US" altLang="en-US" sz="1600"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1600" dirty="0">
                <a:latin typeface="Arial" panose="020B0604020202020204" pitchFamily="34" charset="0"/>
              </a:rPr>
              <a:t>Choose an Editor</a:t>
            </a:r>
          </a:p>
          <a:p>
            <a:pPr marL="0" lvl="0" indent="0" eaLnBrk="0" fontAlgn="base" hangingPunct="0">
              <a:lnSpc>
                <a:spcPct val="100000"/>
              </a:lnSpc>
              <a:spcBef>
                <a:spcPct val="0"/>
              </a:spcBef>
              <a:spcAft>
                <a:spcPct val="0"/>
              </a:spcAft>
              <a:buNone/>
            </a:pPr>
            <a:r>
              <a:rPr lang="en-US" altLang="en-US" sz="1600" dirty="0">
                <a:latin typeface="Arial" panose="020B0604020202020204" pitchFamily="34" charset="0"/>
              </a:rPr>
              <a:t>         ➤ IDLE, VS Code, PyCharm, </a:t>
            </a:r>
            <a:r>
              <a:rPr lang="en-US" altLang="en-US" sz="1600" dirty="0" err="1">
                <a:latin typeface="Arial" panose="020B0604020202020204" pitchFamily="34" charset="0"/>
              </a:rPr>
              <a:t>Jupyter</a:t>
            </a:r>
            <a:r>
              <a:rPr lang="en-US" altLang="en-US" sz="1600" dirty="0">
                <a:latin typeface="Arial" panose="020B0604020202020204" pitchFamily="34" charset="0"/>
              </a:rPr>
              <a:t> Notebook</a:t>
            </a:r>
          </a:p>
          <a:p>
            <a:pPr marL="0" lvl="0" indent="0" eaLnBrk="0" fontAlgn="base" hangingPunct="0">
              <a:lnSpc>
                <a:spcPct val="100000"/>
              </a:lnSpc>
              <a:spcBef>
                <a:spcPct val="0"/>
              </a:spcBef>
              <a:spcAft>
                <a:spcPct val="0"/>
              </a:spcAft>
              <a:buNone/>
            </a:pPr>
            <a:endParaRPr lang="en-US" altLang="en-US" sz="1600"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1600" dirty="0">
                <a:latin typeface="Arial" panose="020B0604020202020204" pitchFamily="34" charset="0"/>
              </a:rPr>
              <a:t>Write &amp; Run Code</a:t>
            </a:r>
          </a:p>
          <a:p>
            <a:pPr marL="457200" lvl="1" indent="0" eaLnBrk="0" fontAlgn="base" hangingPunct="0">
              <a:lnSpc>
                <a:spcPct val="100000"/>
              </a:lnSpc>
              <a:spcBef>
                <a:spcPct val="0"/>
              </a:spcBef>
              <a:spcAft>
                <a:spcPct val="0"/>
              </a:spcAft>
              <a:buFontTx/>
              <a:buChar char="•"/>
            </a:pPr>
            <a:r>
              <a:rPr lang="en-US" altLang="en-US" sz="1600" dirty="0">
                <a:latin typeface="Arial" panose="020B0604020202020204" pitchFamily="34" charset="0"/>
              </a:rPr>
              <a:t>print("Hello, World!")</a:t>
            </a:r>
          </a:p>
          <a:p>
            <a:pPr marL="457200" lvl="1" indent="0" eaLnBrk="0" fontAlgn="base" hangingPunct="0">
              <a:lnSpc>
                <a:spcPct val="100000"/>
              </a:lnSpc>
              <a:spcBef>
                <a:spcPct val="0"/>
              </a:spcBef>
              <a:spcAft>
                <a:spcPct val="0"/>
              </a:spcAft>
              <a:buNone/>
            </a:pPr>
            <a:r>
              <a:rPr lang="en-US" altLang="en-US" sz="1600" dirty="0">
                <a:latin typeface="Arial" panose="020B0604020202020204" pitchFamily="34" charset="0"/>
              </a:rPr>
              <a:t> ➤ Save as .</a:t>
            </a:r>
            <a:r>
              <a:rPr lang="en-US" altLang="en-US" sz="1600" dirty="0" err="1">
                <a:latin typeface="Arial" panose="020B0604020202020204" pitchFamily="34" charset="0"/>
              </a:rPr>
              <a:t>py</a:t>
            </a:r>
            <a:r>
              <a:rPr lang="en-US" altLang="en-US" sz="1600" dirty="0">
                <a:latin typeface="Arial" panose="020B0604020202020204" pitchFamily="34" charset="0"/>
              </a:rPr>
              <a:t> file</a:t>
            </a:r>
          </a:p>
          <a:p>
            <a:pPr marL="457200" lvl="1" indent="0" eaLnBrk="0" fontAlgn="base" hangingPunct="0">
              <a:lnSpc>
                <a:spcPct val="100000"/>
              </a:lnSpc>
              <a:spcBef>
                <a:spcPct val="0"/>
              </a:spcBef>
              <a:spcAft>
                <a:spcPct val="0"/>
              </a:spcAft>
              <a:buNone/>
            </a:pPr>
            <a:r>
              <a:rPr lang="en-US" altLang="en-US" sz="1600" dirty="0">
                <a:latin typeface="Arial" panose="020B0604020202020204" pitchFamily="34" charset="0"/>
              </a:rPr>
              <a:t> ➤ Run via terminal: python filename.py</a:t>
            </a:r>
          </a:p>
          <a:p>
            <a:pPr marL="0" lvl="0" indent="0" eaLnBrk="0" fontAlgn="base" hangingPunct="0">
              <a:lnSpc>
                <a:spcPct val="100000"/>
              </a:lnSpc>
              <a:spcBef>
                <a:spcPct val="0"/>
              </a:spcBef>
              <a:spcAft>
                <a:spcPct val="0"/>
              </a:spcAft>
              <a:buNone/>
            </a:pPr>
            <a:endParaRPr lang="en-US" altLang="en-US" sz="1600"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1600" dirty="0">
                <a:latin typeface="Arial" panose="020B0604020202020204" pitchFamily="34" charset="0"/>
              </a:rPr>
              <a:t>Use Libraries</a:t>
            </a:r>
          </a:p>
          <a:p>
            <a:pPr marL="457200" lvl="1" indent="0" eaLnBrk="0" fontAlgn="base" hangingPunct="0">
              <a:lnSpc>
                <a:spcPct val="100000"/>
              </a:lnSpc>
              <a:spcBef>
                <a:spcPct val="0"/>
              </a:spcBef>
              <a:spcAft>
                <a:spcPct val="0"/>
              </a:spcAft>
              <a:buNone/>
            </a:pPr>
            <a:r>
              <a:rPr lang="en-US" altLang="en-US" sz="1600" dirty="0">
                <a:latin typeface="Arial" panose="020B0604020202020204" pitchFamily="34" charset="0"/>
              </a:rPr>
              <a:t>➤ Install with pip install </a:t>
            </a:r>
            <a:r>
              <a:rPr lang="en-US" altLang="en-US" sz="1600" dirty="0" err="1">
                <a:latin typeface="Arial" panose="020B0604020202020204" pitchFamily="34" charset="0"/>
              </a:rPr>
              <a:t>library_name</a:t>
            </a:r>
            <a:endParaRPr lang="en-US" altLang="en-US" sz="1600" dirty="0">
              <a:latin typeface="Arial" panose="020B0604020202020204" pitchFamily="34" charset="0"/>
            </a:endParaRPr>
          </a:p>
          <a:p>
            <a:pPr marL="457200" lvl="1" indent="0" eaLnBrk="0" fontAlgn="base" hangingPunct="0">
              <a:lnSpc>
                <a:spcPct val="100000"/>
              </a:lnSpc>
              <a:spcBef>
                <a:spcPct val="0"/>
              </a:spcBef>
              <a:spcAft>
                <a:spcPct val="0"/>
              </a:spcAft>
              <a:buNone/>
            </a:pPr>
            <a:r>
              <a:rPr lang="en-US" altLang="en-US" sz="1600" dirty="0">
                <a:latin typeface="Arial" panose="020B0604020202020204" pitchFamily="34" charset="0"/>
              </a:rPr>
              <a:t>➤ Example: pip install </a:t>
            </a:r>
            <a:r>
              <a:rPr lang="en-US" altLang="en-US" sz="1600" dirty="0" err="1">
                <a:latin typeface="Arial" panose="020B0604020202020204" pitchFamily="34" charset="0"/>
              </a:rPr>
              <a:t>numpy</a:t>
            </a:r>
            <a:endParaRPr lang="en-US" altLang="en-US" sz="1600" dirty="0">
              <a:latin typeface="Arial" panose="020B0604020202020204" pitchFamily="34" charset="0"/>
            </a:endParaRPr>
          </a:p>
          <a:p>
            <a:pPr marL="0" lvl="0" indent="0" eaLnBrk="0" fontAlgn="base" hangingPunct="0">
              <a:lnSpc>
                <a:spcPct val="100000"/>
              </a:lnSpc>
              <a:spcBef>
                <a:spcPct val="0"/>
              </a:spcBef>
              <a:spcAft>
                <a:spcPct val="0"/>
              </a:spcAft>
              <a:buNone/>
            </a:pPr>
            <a:endParaRPr lang="en-US" altLang="en-US" sz="1600"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1600" dirty="0">
                <a:latin typeface="Arial" panose="020B0604020202020204" pitchFamily="34" charset="0"/>
              </a:rPr>
              <a:t>Practice &amp; Explore</a:t>
            </a:r>
          </a:p>
          <a:p>
            <a:pPr marL="457200" lvl="1" indent="0" eaLnBrk="0" fontAlgn="base" hangingPunct="0">
              <a:lnSpc>
                <a:spcPct val="100000"/>
              </a:lnSpc>
              <a:spcBef>
                <a:spcPct val="0"/>
              </a:spcBef>
              <a:spcAft>
                <a:spcPct val="0"/>
              </a:spcAft>
              <a:buNone/>
            </a:pPr>
            <a:r>
              <a:rPr lang="en-US" altLang="en-US" sz="1600" dirty="0">
                <a:latin typeface="Arial" panose="020B0604020202020204" pitchFamily="34" charset="0"/>
              </a:rPr>
              <a:t>➤ Try online platforms: W3Schools, Real Python, </a:t>
            </a:r>
            <a:r>
              <a:rPr lang="en-US" altLang="en-US" sz="1600" dirty="0" err="1">
                <a:latin typeface="Arial" panose="020B0604020202020204" pitchFamily="34" charset="0"/>
              </a:rPr>
              <a:t>LeetCode</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2050" name="Picture 2" descr="Use Python 2 With The Python Idle On Windows">
            <a:extLst>
              <a:ext uri="{FF2B5EF4-FFF2-40B4-BE49-F238E27FC236}">
                <a16:creationId xmlns:a16="http://schemas.microsoft.com/office/drawing/2014/main" id="{283DEFCC-9AE5-01A5-C102-7711D83354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2659" y="904810"/>
            <a:ext cx="4134141" cy="193044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Jupyter Notebook: An Introduction – Real Python">
            <a:extLst>
              <a:ext uri="{FF2B5EF4-FFF2-40B4-BE49-F238E27FC236}">
                <a16:creationId xmlns:a16="http://schemas.microsoft.com/office/drawing/2014/main" id="{9075E74C-A018-15E1-679B-3A9FB443AA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6072" y="3098870"/>
            <a:ext cx="4276173" cy="2387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9806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FA0A0-B39A-AC8C-E4A1-96378565C9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5C3296-69D5-14F6-CCE0-47E72E32B3CF}"/>
              </a:ext>
            </a:extLst>
          </p:cNvPr>
          <p:cNvSpPr>
            <a:spLocks noGrp="1"/>
          </p:cNvSpPr>
          <p:nvPr>
            <p:ph type="title"/>
          </p:nvPr>
        </p:nvSpPr>
        <p:spPr/>
        <p:txBody>
          <a:bodyPr/>
          <a:lstStyle/>
          <a:p>
            <a:r>
              <a:rPr lang="en-IN" dirty="0"/>
              <a:t>Basics of Python Indentation</a:t>
            </a:r>
            <a:endParaRPr lang="en-US" dirty="0">
              <a:latin typeface="Frutiger LT Pro 55 Roman" panose="020B0602020204020204"/>
            </a:endParaRPr>
          </a:p>
        </p:txBody>
      </p:sp>
    </p:spTree>
    <p:extLst>
      <p:ext uri="{BB962C8B-B14F-4D97-AF65-F5344CB8AC3E}">
        <p14:creationId xmlns:p14="http://schemas.microsoft.com/office/powerpoint/2010/main" val="3274726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2092EA5-76F7-A1A2-D1F7-ACBEC5CC76EE}"/>
              </a:ext>
            </a:extLst>
          </p:cNvPr>
          <p:cNvSpPr>
            <a:spLocks noGrp="1"/>
          </p:cNvSpPr>
          <p:nvPr>
            <p:ph type="body" sz="quarter" idx="13"/>
          </p:nvPr>
        </p:nvSpPr>
        <p:spPr/>
        <p:txBody>
          <a:bodyPr/>
          <a:lstStyle/>
          <a:p>
            <a:pPr marL="0" indent="0">
              <a:buNone/>
            </a:pPr>
            <a:r>
              <a:rPr lang="en-US" dirty="0"/>
              <a:t>Indentation in python</a:t>
            </a:r>
            <a:endParaRPr lang="en-IN" dirty="0"/>
          </a:p>
        </p:txBody>
      </p:sp>
      <p:sp>
        <p:nvSpPr>
          <p:cNvPr id="3" name="Content Placeholder 2">
            <a:extLst>
              <a:ext uri="{FF2B5EF4-FFF2-40B4-BE49-F238E27FC236}">
                <a16:creationId xmlns:a16="http://schemas.microsoft.com/office/drawing/2014/main" id="{9E0ED5B7-A59A-00C6-8FCE-85353C1F7300}"/>
              </a:ext>
            </a:extLst>
          </p:cNvPr>
          <p:cNvSpPr>
            <a:spLocks noGrp="1"/>
          </p:cNvSpPr>
          <p:nvPr>
            <p:ph idx="15"/>
          </p:nvPr>
        </p:nvSpPr>
        <p:spPr/>
        <p:txBody>
          <a:bodyPr>
            <a:normAutofit/>
          </a:bodyPr>
          <a:lstStyle/>
          <a:p>
            <a:r>
              <a:rPr lang="en-US" sz="2000" dirty="0">
                <a:latin typeface="Arial" panose="020B0604020202020204" pitchFamily="34" charset="0"/>
                <a:cs typeface="Arial" panose="020B0604020202020204" pitchFamily="34" charset="0"/>
              </a:rPr>
              <a:t>In Python, indentation is used to define blocks of code. It tells the Python interpreter that a group of statements belongs to a specific block. All statements with the same level of indentation are considered part of the same block. Indentation is achieved using whitespace (spaces or tabs) at the beginning of each line.</a:t>
            </a:r>
          </a:p>
          <a:p>
            <a:pPr marL="0" indent="0">
              <a:buNone/>
            </a:pPr>
            <a:endParaRPr lang="en-US" sz="2000" dirty="0">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rPr>
              <a:t>Example					Output:</a:t>
            </a:r>
          </a:p>
          <a:p>
            <a:pPr marL="0" indent="0">
              <a:buNone/>
            </a:pPr>
            <a:endParaRPr lang="en-US" sz="2000" dirty="0">
              <a:latin typeface="Arial" panose="020B0604020202020204" pitchFamily="34" charset="0"/>
              <a:cs typeface="Arial" panose="020B0604020202020204" pitchFamily="34" charset="0"/>
            </a:endParaRPr>
          </a:p>
          <a:p>
            <a:pPr marL="0" indent="0">
              <a:buNone/>
            </a:pPr>
            <a:endParaRPr lang="en-IN"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68204EAE-5021-9A69-09E4-335B1E695773}"/>
              </a:ext>
            </a:extLst>
          </p:cNvPr>
          <p:cNvPicPr>
            <a:picLocks noChangeAspect="1"/>
          </p:cNvPicPr>
          <p:nvPr/>
        </p:nvPicPr>
        <p:blipFill>
          <a:blip r:embed="rId2"/>
          <a:stretch>
            <a:fillRect/>
          </a:stretch>
        </p:blipFill>
        <p:spPr>
          <a:xfrm>
            <a:off x="658994" y="3900786"/>
            <a:ext cx="4821718" cy="1813594"/>
          </a:xfrm>
          <a:prstGeom prst="rect">
            <a:avLst/>
          </a:prstGeom>
        </p:spPr>
      </p:pic>
      <p:pic>
        <p:nvPicPr>
          <p:cNvPr id="7" name="Picture 6">
            <a:extLst>
              <a:ext uri="{FF2B5EF4-FFF2-40B4-BE49-F238E27FC236}">
                <a16:creationId xmlns:a16="http://schemas.microsoft.com/office/drawing/2014/main" id="{FB2B19D4-3517-D4B2-5F01-144CA73BC156}"/>
              </a:ext>
            </a:extLst>
          </p:cNvPr>
          <p:cNvPicPr>
            <a:picLocks noChangeAspect="1"/>
          </p:cNvPicPr>
          <p:nvPr/>
        </p:nvPicPr>
        <p:blipFill>
          <a:blip r:embed="rId3"/>
          <a:srcRect r="18261"/>
          <a:stretch>
            <a:fillRect/>
          </a:stretch>
        </p:blipFill>
        <p:spPr>
          <a:xfrm>
            <a:off x="6299726" y="3998118"/>
            <a:ext cx="5207997" cy="1716262"/>
          </a:xfrm>
          <a:prstGeom prst="rect">
            <a:avLst/>
          </a:prstGeom>
        </p:spPr>
      </p:pic>
    </p:spTree>
    <p:extLst>
      <p:ext uri="{BB962C8B-B14F-4D97-AF65-F5344CB8AC3E}">
        <p14:creationId xmlns:p14="http://schemas.microsoft.com/office/powerpoint/2010/main" val="2707003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7A0BAA3-D5F3-F8B1-96BC-0F27F5A5FFBC}"/>
              </a:ext>
            </a:extLst>
          </p:cNvPr>
          <p:cNvSpPr>
            <a:spLocks noGrp="1"/>
          </p:cNvSpPr>
          <p:nvPr>
            <p:ph idx="15"/>
          </p:nvPr>
        </p:nvSpPr>
        <p:spPr>
          <a:xfrm>
            <a:off x="533400" y="1309036"/>
            <a:ext cx="4413986" cy="4774772"/>
          </a:xfrm>
        </p:spPr>
        <p:txBody>
          <a:bodyPr/>
          <a:lstStyle/>
          <a:p>
            <a:pPr marL="0" indent="0">
              <a:buNone/>
            </a:pPr>
            <a:r>
              <a:rPr lang="en-US" dirty="0"/>
              <a:t>🔹 Indentation Error occurs when Python code is not properly aligned using spaces or tabs.</a:t>
            </a:r>
          </a:p>
          <a:p>
            <a:pPr marL="0" indent="0">
              <a:buNone/>
            </a:pPr>
            <a:br>
              <a:rPr lang="en-US" dirty="0"/>
            </a:br>
            <a:r>
              <a:rPr lang="en-US" dirty="0"/>
              <a:t>🔹 Python uses indentation to define blocks of code—missing or inconsistent indentation breaks execution.</a:t>
            </a:r>
            <a:endParaRPr lang="en-IN" dirty="0"/>
          </a:p>
        </p:txBody>
      </p:sp>
      <p:pic>
        <p:nvPicPr>
          <p:cNvPr id="8" name="Content Placeholder 7">
            <a:extLst>
              <a:ext uri="{FF2B5EF4-FFF2-40B4-BE49-F238E27FC236}">
                <a16:creationId xmlns:a16="http://schemas.microsoft.com/office/drawing/2014/main" id="{B4973585-E988-8418-BD43-ADF27E0662B2}"/>
              </a:ext>
            </a:extLst>
          </p:cNvPr>
          <p:cNvPicPr>
            <a:picLocks noGrp="1" noChangeAspect="1"/>
          </p:cNvPicPr>
          <p:nvPr>
            <p:ph idx="16"/>
          </p:nvPr>
        </p:nvPicPr>
        <p:blipFill>
          <a:blip r:embed="rId2"/>
          <a:stretch>
            <a:fillRect/>
          </a:stretch>
        </p:blipFill>
        <p:spPr>
          <a:xfrm>
            <a:off x="5294312" y="997712"/>
            <a:ext cx="6364287" cy="3147055"/>
          </a:xfrm>
          <a:prstGeom prst="rect">
            <a:avLst/>
          </a:prstGeom>
        </p:spPr>
      </p:pic>
      <p:sp>
        <p:nvSpPr>
          <p:cNvPr id="6" name="Text Placeholder 5">
            <a:extLst>
              <a:ext uri="{FF2B5EF4-FFF2-40B4-BE49-F238E27FC236}">
                <a16:creationId xmlns:a16="http://schemas.microsoft.com/office/drawing/2014/main" id="{D35E8A72-3AC9-C7A9-9235-F314A64B5A27}"/>
              </a:ext>
            </a:extLst>
          </p:cNvPr>
          <p:cNvSpPr>
            <a:spLocks noGrp="1"/>
          </p:cNvSpPr>
          <p:nvPr>
            <p:ph type="body" sz="quarter" idx="13"/>
          </p:nvPr>
        </p:nvSpPr>
        <p:spPr/>
        <p:txBody>
          <a:bodyPr/>
          <a:lstStyle/>
          <a:p>
            <a:pPr marL="0" indent="0">
              <a:buNone/>
            </a:pPr>
            <a:r>
              <a:rPr lang="en-US" dirty="0"/>
              <a:t>Indentation Error</a:t>
            </a:r>
            <a:endParaRPr lang="en-IN" dirty="0"/>
          </a:p>
        </p:txBody>
      </p:sp>
      <p:pic>
        <p:nvPicPr>
          <p:cNvPr id="7170" name="Picture 2" descr="Lightbox">
            <a:extLst>
              <a:ext uri="{FF2B5EF4-FFF2-40B4-BE49-F238E27FC236}">
                <a16:creationId xmlns:a16="http://schemas.microsoft.com/office/drawing/2014/main" id="{916287DD-5C01-331C-02C6-9659E5919A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9766" y="4469017"/>
            <a:ext cx="6364287" cy="1303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422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93238FC-E72F-7074-B0A7-8BBE79F469DC}"/>
              </a:ext>
            </a:extLst>
          </p:cNvPr>
          <p:cNvSpPr>
            <a:spLocks noGrp="1"/>
          </p:cNvSpPr>
          <p:nvPr>
            <p:ph type="body" sz="quarter" idx="13"/>
          </p:nvPr>
        </p:nvSpPr>
        <p:spPr/>
        <p:txBody>
          <a:bodyPr/>
          <a:lstStyle/>
          <a:p>
            <a:pPr marL="0" indent="0">
              <a:buNone/>
            </a:pPr>
            <a:r>
              <a:rPr lang="en-US" dirty="0"/>
              <a:t>Indentation in conditional statement</a:t>
            </a:r>
            <a:endParaRPr lang="en-IN" dirty="0"/>
          </a:p>
        </p:txBody>
      </p:sp>
      <p:sp>
        <p:nvSpPr>
          <p:cNvPr id="3" name="Content Placeholder 2">
            <a:extLst>
              <a:ext uri="{FF2B5EF4-FFF2-40B4-BE49-F238E27FC236}">
                <a16:creationId xmlns:a16="http://schemas.microsoft.com/office/drawing/2014/main" id="{4CC40806-8A93-F2F0-8743-DF0D30998187}"/>
              </a:ext>
            </a:extLst>
          </p:cNvPr>
          <p:cNvSpPr>
            <a:spLocks noGrp="1"/>
          </p:cNvSpPr>
          <p:nvPr>
            <p:ph idx="15"/>
          </p:nvPr>
        </p:nvSpPr>
        <p:spPr>
          <a:xfrm>
            <a:off x="600777" y="1331561"/>
            <a:ext cx="11125200" cy="4664978"/>
          </a:xfrm>
        </p:spPr>
        <p:txBody>
          <a:bodyPr>
            <a:normAutofit/>
          </a:bodyPr>
          <a:lstStyle/>
          <a:p>
            <a:r>
              <a:rPr lang="en-US" sz="2000" dirty="0">
                <a:latin typeface="Arial" panose="020B0604020202020204" pitchFamily="34" charset="0"/>
                <a:cs typeface="Arial" panose="020B0604020202020204" pitchFamily="34" charset="0"/>
              </a:rPr>
              <a:t>The lines print(‘</a:t>
            </a:r>
            <a:r>
              <a:rPr lang="en-US" sz="2000" dirty="0" err="1">
                <a:latin typeface="Arial" panose="020B0604020202020204" pitchFamily="34" charset="0"/>
                <a:cs typeface="Arial" panose="020B0604020202020204" pitchFamily="34" charset="0"/>
              </a:rPr>
              <a:t>GeeksforGeeks</a:t>
            </a:r>
            <a:r>
              <a:rPr lang="en-US" sz="2000" dirty="0">
                <a:latin typeface="Arial" panose="020B0604020202020204" pitchFamily="34" charset="0"/>
                <a:cs typeface="Arial" panose="020B0604020202020204" pitchFamily="34" charset="0"/>
              </a:rPr>
              <a:t>…’) and print(‘retype the URL.’) are two separate code blocks. The two blocks of code in our example if-statement are both indented four spaces. The final print(‘All set!’) is not indented, so it does not belong to the else block. </a:t>
            </a:r>
            <a:endParaRPr lang="en-IN"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48A8F4A7-B6B3-8D44-4E9C-683892D5F49C}"/>
              </a:ext>
            </a:extLst>
          </p:cNvPr>
          <p:cNvPicPr>
            <a:picLocks noChangeAspect="1"/>
          </p:cNvPicPr>
          <p:nvPr/>
        </p:nvPicPr>
        <p:blipFill>
          <a:blip r:embed="rId2"/>
          <a:stretch>
            <a:fillRect/>
          </a:stretch>
        </p:blipFill>
        <p:spPr>
          <a:xfrm>
            <a:off x="1204294" y="2858386"/>
            <a:ext cx="4686367" cy="2324071"/>
          </a:xfrm>
          <a:prstGeom prst="rect">
            <a:avLst/>
          </a:prstGeom>
        </p:spPr>
      </p:pic>
      <p:pic>
        <p:nvPicPr>
          <p:cNvPr id="7" name="Picture 6">
            <a:extLst>
              <a:ext uri="{FF2B5EF4-FFF2-40B4-BE49-F238E27FC236}">
                <a16:creationId xmlns:a16="http://schemas.microsoft.com/office/drawing/2014/main" id="{7AC00FEA-FB36-74F7-139D-CDF7889F9402}"/>
              </a:ext>
            </a:extLst>
          </p:cNvPr>
          <p:cNvPicPr>
            <a:picLocks noChangeAspect="1"/>
          </p:cNvPicPr>
          <p:nvPr/>
        </p:nvPicPr>
        <p:blipFill>
          <a:blip r:embed="rId3"/>
          <a:stretch>
            <a:fillRect/>
          </a:stretch>
        </p:blipFill>
        <p:spPr>
          <a:xfrm>
            <a:off x="6968690" y="3664050"/>
            <a:ext cx="3057105" cy="1416123"/>
          </a:xfrm>
          <a:prstGeom prst="rect">
            <a:avLst/>
          </a:prstGeom>
        </p:spPr>
      </p:pic>
    </p:spTree>
    <p:extLst>
      <p:ext uri="{BB962C8B-B14F-4D97-AF65-F5344CB8AC3E}">
        <p14:creationId xmlns:p14="http://schemas.microsoft.com/office/powerpoint/2010/main" val="18443133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B78A393-EF65-0B2F-5DE5-9E3F1FF94E98}"/>
              </a:ext>
            </a:extLst>
          </p:cNvPr>
          <p:cNvSpPr>
            <a:spLocks noGrp="1"/>
          </p:cNvSpPr>
          <p:nvPr>
            <p:ph type="body" sz="quarter" idx="13"/>
          </p:nvPr>
        </p:nvSpPr>
        <p:spPr/>
        <p:txBody>
          <a:bodyPr/>
          <a:lstStyle/>
          <a:p>
            <a:pPr marL="0" indent="0">
              <a:buNone/>
            </a:pPr>
            <a:r>
              <a:rPr lang="en-US" dirty="0"/>
              <a:t>Indentation in looping</a:t>
            </a:r>
            <a:endParaRPr lang="en-IN" dirty="0"/>
          </a:p>
        </p:txBody>
      </p:sp>
      <p:sp>
        <p:nvSpPr>
          <p:cNvPr id="3" name="Content Placeholder 2">
            <a:extLst>
              <a:ext uri="{FF2B5EF4-FFF2-40B4-BE49-F238E27FC236}">
                <a16:creationId xmlns:a16="http://schemas.microsoft.com/office/drawing/2014/main" id="{AD20041E-38BF-458C-8916-241E8C690626}"/>
              </a:ext>
            </a:extLst>
          </p:cNvPr>
          <p:cNvSpPr>
            <a:spLocks noGrp="1"/>
          </p:cNvSpPr>
          <p:nvPr>
            <p:ph idx="15"/>
          </p:nvPr>
        </p:nvSpPr>
        <p:spPr/>
        <p:txBody>
          <a:bodyPr>
            <a:normAutofit/>
          </a:bodyPr>
          <a:lstStyle/>
          <a:p>
            <a:r>
              <a:rPr lang="en-US" sz="2000" dirty="0">
                <a:latin typeface="Arial" panose="020B0604020202020204" pitchFamily="34" charset="0"/>
                <a:cs typeface="Arial" panose="020B0604020202020204" pitchFamily="34" charset="0"/>
              </a:rPr>
              <a:t>To indicate a block of code in Python, we must indent each line of the block by the same whitespace. The two lines of code in the while loop are both indented four spaces. It is required for indicating what block of code a statement belongs to.</a:t>
            </a:r>
            <a:endParaRPr lang="en-IN"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B490FB8C-62EA-BF4C-245F-FF8EEA1E5324}"/>
              </a:ext>
            </a:extLst>
          </p:cNvPr>
          <p:cNvPicPr>
            <a:picLocks noChangeAspect="1"/>
          </p:cNvPicPr>
          <p:nvPr/>
        </p:nvPicPr>
        <p:blipFill>
          <a:blip r:embed="rId2"/>
          <a:stretch>
            <a:fillRect/>
          </a:stretch>
        </p:blipFill>
        <p:spPr>
          <a:xfrm>
            <a:off x="1016326" y="3259454"/>
            <a:ext cx="4373822" cy="1977728"/>
          </a:xfrm>
          <a:prstGeom prst="rect">
            <a:avLst/>
          </a:prstGeom>
        </p:spPr>
      </p:pic>
      <p:pic>
        <p:nvPicPr>
          <p:cNvPr id="7" name="Picture 6">
            <a:extLst>
              <a:ext uri="{FF2B5EF4-FFF2-40B4-BE49-F238E27FC236}">
                <a16:creationId xmlns:a16="http://schemas.microsoft.com/office/drawing/2014/main" id="{E226913E-8791-6351-E94F-0718477B9B8D}"/>
              </a:ext>
            </a:extLst>
          </p:cNvPr>
          <p:cNvPicPr>
            <a:picLocks noChangeAspect="1"/>
          </p:cNvPicPr>
          <p:nvPr/>
        </p:nvPicPr>
        <p:blipFill>
          <a:blip r:embed="rId3"/>
          <a:stretch>
            <a:fillRect/>
          </a:stretch>
        </p:blipFill>
        <p:spPr>
          <a:xfrm>
            <a:off x="7184605" y="3259454"/>
            <a:ext cx="2392532" cy="2324819"/>
          </a:xfrm>
          <a:prstGeom prst="rect">
            <a:avLst/>
          </a:prstGeom>
        </p:spPr>
      </p:pic>
    </p:spTree>
    <p:extLst>
      <p:ext uri="{BB962C8B-B14F-4D97-AF65-F5344CB8AC3E}">
        <p14:creationId xmlns:p14="http://schemas.microsoft.com/office/powerpoint/2010/main" val="2140268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9FF4E-8F23-6B6F-21BA-B1B1B981C5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2C6B7C-262A-C6E3-8219-9A0809A15EA8}"/>
              </a:ext>
            </a:extLst>
          </p:cNvPr>
          <p:cNvSpPr>
            <a:spLocks noGrp="1"/>
          </p:cNvSpPr>
          <p:nvPr>
            <p:ph type="title"/>
          </p:nvPr>
        </p:nvSpPr>
        <p:spPr/>
        <p:txBody>
          <a:bodyPr/>
          <a:lstStyle/>
          <a:p>
            <a:r>
              <a:rPr lang="en-IN" dirty="0"/>
              <a:t>Basics of Python</a:t>
            </a:r>
            <a:br>
              <a:rPr lang="en-IN" dirty="0"/>
            </a:br>
            <a:r>
              <a:rPr lang="en-IN" dirty="0"/>
              <a:t>Comment</a:t>
            </a:r>
            <a:endParaRPr lang="en-US" dirty="0">
              <a:latin typeface="Frutiger LT Pro 55 Roman" panose="020B0602020204020204"/>
            </a:endParaRPr>
          </a:p>
        </p:txBody>
      </p:sp>
    </p:spTree>
    <p:extLst>
      <p:ext uri="{BB962C8B-B14F-4D97-AF65-F5344CB8AC3E}">
        <p14:creationId xmlns:p14="http://schemas.microsoft.com/office/powerpoint/2010/main" val="31261344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400B719-D2AC-37FF-44E0-A7201F8769FB}"/>
              </a:ext>
            </a:extLst>
          </p:cNvPr>
          <p:cNvSpPr>
            <a:spLocks noGrp="1"/>
          </p:cNvSpPr>
          <p:nvPr>
            <p:ph type="body" sz="quarter" idx="13"/>
          </p:nvPr>
        </p:nvSpPr>
        <p:spPr/>
        <p:txBody>
          <a:bodyPr/>
          <a:lstStyle/>
          <a:p>
            <a:pPr marL="0" indent="0">
              <a:buNone/>
            </a:pPr>
            <a:r>
              <a:rPr lang="en-IN" dirty="0"/>
              <a:t>Python Comments</a:t>
            </a:r>
          </a:p>
          <a:p>
            <a:pPr marL="0" indent="0">
              <a:buNone/>
            </a:pPr>
            <a:endParaRPr lang="en-IN" dirty="0"/>
          </a:p>
        </p:txBody>
      </p:sp>
      <p:sp>
        <p:nvSpPr>
          <p:cNvPr id="3" name="Content Placeholder 2">
            <a:extLst>
              <a:ext uri="{FF2B5EF4-FFF2-40B4-BE49-F238E27FC236}">
                <a16:creationId xmlns:a16="http://schemas.microsoft.com/office/drawing/2014/main" id="{F72D7A88-B2C5-5A32-425E-2424F4ED7251}"/>
              </a:ext>
            </a:extLst>
          </p:cNvPr>
          <p:cNvSpPr>
            <a:spLocks noGrp="1"/>
          </p:cNvSpPr>
          <p:nvPr>
            <p:ph idx="15"/>
          </p:nvPr>
        </p:nvSpPr>
        <p:spPr/>
        <p:txBody>
          <a:bodyPr>
            <a:normAutofit/>
          </a:bodyPr>
          <a:lstStyle/>
          <a:p>
            <a:pPr fontAlgn="base"/>
            <a:r>
              <a:rPr lang="en-US" sz="2000" dirty="0">
                <a:latin typeface="Arial" panose="020B0604020202020204" pitchFamily="34" charset="0"/>
                <a:cs typeface="Arial" panose="020B0604020202020204" pitchFamily="34" charset="0"/>
              </a:rPr>
              <a:t>Comments in Python</a:t>
            </a:r>
            <a:r>
              <a:rPr lang="en-US" sz="2000" b="0" dirty="0">
                <a:latin typeface="Arial" panose="020B0604020202020204" pitchFamily="34" charset="0"/>
                <a:cs typeface="Arial" panose="020B0604020202020204" pitchFamily="34" charset="0"/>
              </a:rPr>
              <a:t> are the lines in the code that are ignored by the interpreter during the execution of the program.</a:t>
            </a:r>
          </a:p>
          <a:p>
            <a:pPr fontAlgn="base"/>
            <a:r>
              <a:rPr lang="en-US" sz="2000" b="0" dirty="0">
                <a:latin typeface="Arial" panose="020B0604020202020204" pitchFamily="34" charset="0"/>
                <a:cs typeface="Arial" panose="020B0604020202020204" pitchFamily="34" charset="0"/>
              </a:rPr>
              <a:t>Comments enhance the readability of the code.</a:t>
            </a:r>
          </a:p>
          <a:p>
            <a:pPr fontAlgn="base"/>
            <a:r>
              <a:rPr lang="en-US" sz="2000" b="0" dirty="0">
                <a:latin typeface="Arial" panose="020B0604020202020204" pitchFamily="34" charset="0"/>
                <a:cs typeface="Arial" panose="020B0604020202020204" pitchFamily="34" charset="0"/>
              </a:rPr>
              <a:t>Comment can be used to identify functionality or structure the code-base.</a:t>
            </a:r>
          </a:p>
          <a:p>
            <a:pPr fontAlgn="base"/>
            <a:r>
              <a:rPr lang="en-US" sz="2000" b="0" dirty="0">
                <a:latin typeface="Arial" panose="020B0604020202020204" pitchFamily="34" charset="0"/>
                <a:cs typeface="Arial" panose="020B0604020202020204" pitchFamily="34" charset="0"/>
              </a:rPr>
              <a:t>Comment can help understanding unusual or tricky scenarios handled by the code to prevent accidental removal or changes.</a:t>
            </a:r>
          </a:p>
          <a:p>
            <a:pPr fontAlgn="base"/>
            <a:r>
              <a:rPr lang="en-US" sz="2000" b="0" dirty="0">
                <a:latin typeface="Arial" panose="020B0604020202020204" pitchFamily="34" charset="0"/>
                <a:cs typeface="Arial" panose="020B0604020202020204" pitchFamily="34" charset="0"/>
              </a:rPr>
              <a:t>Comments can be used to prevent executing any specific part of your code, while making changes or testing.</a:t>
            </a:r>
          </a:p>
          <a:p>
            <a:pPr marL="0" indent="0">
              <a:buNone/>
            </a:pP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40749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4786EC4-B01E-C8A0-CD82-69B41CEC53B5}"/>
              </a:ext>
            </a:extLst>
          </p:cNvPr>
          <p:cNvSpPr>
            <a:spLocks noGrp="1"/>
          </p:cNvSpPr>
          <p:nvPr>
            <p:ph type="body" sz="quarter" idx="13"/>
          </p:nvPr>
        </p:nvSpPr>
        <p:spPr/>
        <p:txBody>
          <a:bodyPr/>
          <a:lstStyle/>
          <a:p>
            <a:pPr marL="0" indent="0">
              <a:buNone/>
            </a:pPr>
            <a:r>
              <a:rPr lang="en-US" dirty="0"/>
              <a:t>Types of comments</a:t>
            </a:r>
            <a:endParaRPr lang="en-IN" dirty="0"/>
          </a:p>
        </p:txBody>
      </p:sp>
      <p:sp>
        <p:nvSpPr>
          <p:cNvPr id="3" name="Content Placeholder 2">
            <a:extLst>
              <a:ext uri="{FF2B5EF4-FFF2-40B4-BE49-F238E27FC236}">
                <a16:creationId xmlns:a16="http://schemas.microsoft.com/office/drawing/2014/main" id="{380B9190-C00E-4ED3-8985-0122902B8243}"/>
              </a:ext>
            </a:extLst>
          </p:cNvPr>
          <p:cNvSpPr>
            <a:spLocks noGrp="1"/>
          </p:cNvSpPr>
          <p:nvPr>
            <p:ph idx="15"/>
          </p:nvPr>
        </p:nvSpPr>
        <p:spPr/>
        <p:txBody>
          <a:bodyPr/>
          <a:lstStyle/>
          <a:p>
            <a:r>
              <a:rPr lang="en-US" dirty="0"/>
              <a:t>Single line comments</a:t>
            </a:r>
          </a:p>
          <a:p>
            <a:r>
              <a:rPr lang="en-US" b="0" dirty="0"/>
              <a:t>In Python, single line comments starts with hashtag symbol </a:t>
            </a:r>
            <a:r>
              <a:rPr lang="en-US" dirty="0"/>
              <a:t>#.</a:t>
            </a:r>
          </a:p>
          <a:p>
            <a:pPr marL="0" indent="0">
              <a:buNone/>
            </a:pPr>
            <a:endParaRPr lang="en-US" dirty="0"/>
          </a:p>
          <a:p>
            <a:endParaRPr lang="en-US" dirty="0"/>
          </a:p>
          <a:p>
            <a:endParaRPr lang="en-US" dirty="0"/>
          </a:p>
          <a:p>
            <a:endParaRPr lang="en-US" dirty="0"/>
          </a:p>
          <a:p>
            <a:r>
              <a:rPr lang="en-US" dirty="0"/>
              <a:t>Multi line comments</a:t>
            </a:r>
          </a:p>
          <a:p>
            <a:pPr fontAlgn="base"/>
            <a:r>
              <a:rPr lang="en-US" dirty="0"/>
              <a:t>Multiline comments using multiple hashtags (#)</a:t>
            </a:r>
            <a:endParaRPr lang="en-US" b="0" dirty="0"/>
          </a:p>
          <a:p>
            <a:pPr lvl="1" fontAlgn="base"/>
            <a:r>
              <a:rPr lang="en-US" b="0" dirty="0"/>
              <a:t>We can multiple hashtags (#) to write multiline comments in Python.</a:t>
            </a:r>
          </a:p>
          <a:p>
            <a:pPr lvl="1" fontAlgn="base"/>
            <a:r>
              <a:rPr lang="en-US" b="0" dirty="0"/>
              <a:t> Each and every line will be considered as a single-line comment.</a:t>
            </a:r>
          </a:p>
          <a:p>
            <a:pPr fontAlgn="base"/>
            <a:r>
              <a:rPr lang="en-US" dirty="0"/>
              <a:t>Using String Literals as Comment</a:t>
            </a:r>
          </a:p>
          <a:p>
            <a:pPr lvl="1" fontAlgn="base"/>
            <a:r>
              <a:rPr lang="en-US" b="0" dirty="0"/>
              <a:t>Python ignores the </a:t>
            </a:r>
            <a:r>
              <a:rPr lang="en-US" b="0" u="sng" dirty="0">
                <a:hlinkClick r:id="rId2"/>
              </a:rPr>
              <a:t>string literals</a:t>
            </a:r>
            <a:r>
              <a:rPr lang="en-US" b="0" dirty="0"/>
              <a:t> that are not assigned to a variable.</a:t>
            </a:r>
          </a:p>
          <a:p>
            <a:pPr lvl="1" fontAlgn="base"/>
            <a:r>
              <a:rPr lang="en-US" b="0" dirty="0"/>
              <a:t> So, we can use these string literals as Python Comments</a:t>
            </a:r>
            <a:r>
              <a:rPr lang="en-US" dirty="0"/>
              <a:t>. </a:t>
            </a:r>
            <a:endParaRPr lang="en-US" b="0" dirty="0"/>
          </a:p>
          <a:p>
            <a:endParaRPr lang="en-US" dirty="0"/>
          </a:p>
          <a:p>
            <a:endParaRPr lang="en-IN" dirty="0"/>
          </a:p>
        </p:txBody>
      </p:sp>
      <p:pic>
        <p:nvPicPr>
          <p:cNvPr id="5" name="Picture 4">
            <a:extLst>
              <a:ext uri="{FF2B5EF4-FFF2-40B4-BE49-F238E27FC236}">
                <a16:creationId xmlns:a16="http://schemas.microsoft.com/office/drawing/2014/main" id="{EF035AD4-7975-AE71-B83C-EE902E4C549F}"/>
              </a:ext>
            </a:extLst>
          </p:cNvPr>
          <p:cNvPicPr>
            <a:picLocks noChangeAspect="1"/>
          </p:cNvPicPr>
          <p:nvPr/>
        </p:nvPicPr>
        <p:blipFill>
          <a:blip r:embed="rId3"/>
          <a:stretch>
            <a:fillRect/>
          </a:stretch>
        </p:blipFill>
        <p:spPr>
          <a:xfrm>
            <a:off x="6405980" y="2053457"/>
            <a:ext cx="3930853" cy="1266779"/>
          </a:xfrm>
          <a:prstGeom prst="rect">
            <a:avLst/>
          </a:prstGeom>
        </p:spPr>
      </p:pic>
      <p:pic>
        <p:nvPicPr>
          <p:cNvPr id="7" name="Picture 6">
            <a:extLst>
              <a:ext uri="{FF2B5EF4-FFF2-40B4-BE49-F238E27FC236}">
                <a16:creationId xmlns:a16="http://schemas.microsoft.com/office/drawing/2014/main" id="{6E31549A-37D3-5024-0A0A-44EB491BE60A}"/>
              </a:ext>
            </a:extLst>
          </p:cNvPr>
          <p:cNvPicPr>
            <a:picLocks noChangeAspect="1"/>
          </p:cNvPicPr>
          <p:nvPr/>
        </p:nvPicPr>
        <p:blipFill>
          <a:blip r:embed="rId4"/>
          <a:stretch>
            <a:fillRect/>
          </a:stretch>
        </p:blipFill>
        <p:spPr>
          <a:xfrm>
            <a:off x="6405980" y="3921463"/>
            <a:ext cx="3930853" cy="1444243"/>
          </a:xfrm>
          <a:prstGeom prst="rect">
            <a:avLst/>
          </a:prstGeom>
        </p:spPr>
      </p:pic>
    </p:spTree>
    <p:extLst>
      <p:ext uri="{BB962C8B-B14F-4D97-AF65-F5344CB8AC3E}">
        <p14:creationId xmlns:p14="http://schemas.microsoft.com/office/powerpoint/2010/main" val="2551605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E0D74D2-20B8-E9FB-09A1-515313932E60}"/>
              </a:ext>
            </a:extLst>
          </p:cNvPr>
          <p:cNvSpPr>
            <a:spLocks noGrp="1"/>
          </p:cNvSpPr>
          <p:nvPr>
            <p:ph type="body" sz="quarter" idx="13"/>
          </p:nvPr>
        </p:nvSpPr>
        <p:spPr/>
        <p:txBody>
          <a:bodyPr/>
          <a:lstStyle/>
          <a:p>
            <a:pPr marL="0" indent="0">
              <a:buNone/>
            </a:pPr>
            <a:r>
              <a:rPr lang="en-US" dirty="0"/>
              <a:t>Best Practice to Write Comments</a:t>
            </a:r>
          </a:p>
          <a:p>
            <a:pPr marL="0" indent="0">
              <a:buNone/>
            </a:pPr>
            <a:endParaRPr lang="en-IN" dirty="0"/>
          </a:p>
        </p:txBody>
      </p:sp>
      <p:sp>
        <p:nvSpPr>
          <p:cNvPr id="3" name="Content Placeholder 2">
            <a:extLst>
              <a:ext uri="{FF2B5EF4-FFF2-40B4-BE49-F238E27FC236}">
                <a16:creationId xmlns:a16="http://schemas.microsoft.com/office/drawing/2014/main" id="{8B94064D-981A-2207-C850-48DBC8757A43}"/>
              </a:ext>
            </a:extLst>
          </p:cNvPr>
          <p:cNvSpPr>
            <a:spLocks noGrp="1"/>
          </p:cNvSpPr>
          <p:nvPr>
            <p:ph idx="15"/>
          </p:nvPr>
        </p:nvSpPr>
        <p:spPr/>
        <p:txBody>
          <a:bodyPr>
            <a:normAutofit/>
          </a:bodyPr>
          <a:lstStyle/>
          <a:p>
            <a:pPr marL="0" indent="0" fontAlgn="base">
              <a:buNone/>
            </a:pPr>
            <a:r>
              <a:rPr lang="en-US" sz="2000" b="0" dirty="0">
                <a:latin typeface="Arial" panose="020B0604020202020204" pitchFamily="34" charset="0"/>
                <a:cs typeface="Arial" panose="020B0604020202020204" pitchFamily="34" charset="0"/>
              </a:rPr>
              <a:t>These are some of the tips you can follow, to make your comments effective are:</a:t>
            </a:r>
          </a:p>
          <a:p>
            <a:pPr lvl="1" fontAlgn="base"/>
            <a:r>
              <a:rPr lang="en-US" sz="2000" b="0" dirty="0">
                <a:latin typeface="Arial" panose="020B0604020202020204" pitchFamily="34" charset="0"/>
                <a:cs typeface="Arial" panose="020B0604020202020204" pitchFamily="34" charset="0"/>
              </a:rPr>
              <a:t>Comments should be short and precise.</a:t>
            </a:r>
          </a:p>
          <a:p>
            <a:pPr lvl="1" fontAlgn="base"/>
            <a:r>
              <a:rPr lang="en-US" sz="2000" b="0" dirty="0">
                <a:latin typeface="Arial" panose="020B0604020202020204" pitchFamily="34" charset="0"/>
                <a:cs typeface="Arial" panose="020B0604020202020204" pitchFamily="34" charset="0"/>
              </a:rPr>
              <a:t>Use comments only when necessary, don't clutter your code with comments.</a:t>
            </a:r>
          </a:p>
          <a:p>
            <a:pPr lvl="1" fontAlgn="base"/>
            <a:r>
              <a:rPr lang="en-US" sz="2000" b="0" dirty="0">
                <a:latin typeface="Arial" panose="020B0604020202020204" pitchFamily="34" charset="0"/>
                <a:cs typeface="Arial" panose="020B0604020202020204" pitchFamily="34" charset="0"/>
              </a:rPr>
              <a:t>Avoid writing generic or basic comments.</a:t>
            </a:r>
          </a:p>
          <a:p>
            <a:pPr lvl="1" fontAlgn="base"/>
            <a:r>
              <a:rPr lang="en-US" sz="2000" b="0" dirty="0">
                <a:latin typeface="Arial" panose="020B0604020202020204" pitchFamily="34" charset="0"/>
                <a:cs typeface="Arial" panose="020B0604020202020204" pitchFamily="34" charset="0"/>
              </a:rPr>
              <a:t>Write comments that are self explanatory.</a:t>
            </a:r>
          </a:p>
          <a:p>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63438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60F08-63FF-A951-4F4D-5D5984C58B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84BB44-01C1-17C3-AFBD-4A3DDA8B9BD9}"/>
              </a:ext>
            </a:extLst>
          </p:cNvPr>
          <p:cNvSpPr>
            <a:spLocks noGrp="1"/>
          </p:cNvSpPr>
          <p:nvPr>
            <p:ph type="title"/>
          </p:nvPr>
        </p:nvSpPr>
        <p:spPr/>
        <p:txBody>
          <a:bodyPr/>
          <a:lstStyle/>
          <a:p>
            <a:r>
              <a:rPr lang="en-IN" dirty="0"/>
              <a:t>Basics of Python-String values</a:t>
            </a:r>
            <a:endParaRPr lang="en-US" dirty="0">
              <a:latin typeface="Frutiger LT Pro 55 Roman" panose="020B0602020204020204"/>
            </a:endParaRPr>
          </a:p>
        </p:txBody>
      </p:sp>
    </p:spTree>
    <p:extLst>
      <p:ext uri="{BB962C8B-B14F-4D97-AF65-F5344CB8AC3E}">
        <p14:creationId xmlns:p14="http://schemas.microsoft.com/office/powerpoint/2010/main" val="1368395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78D27D6-D67F-010E-3F04-7FAA3DCC5041}"/>
              </a:ext>
            </a:extLst>
          </p:cNvPr>
          <p:cNvSpPr>
            <a:spLocks noGrp="1"/>
          </p:cNvSpPr>
          <p:nvPr>
            <p:ph type="body" sz="quarter" idx="13"/>
          </p:nvPr>
        </p:nvSpPr>
        <p:spPr/>
        <p:txBody>
          <a:bodyPr/>
          <a:lstStyle/>
          <a:p>
            <a:pPr marL="0" indent="0">
              <a:buNone/>
            </a:pPr>
            <a:r>
              <a:rPr lang="en-US" dirty="0"/>
              <a:t>Python String</a:t>
            </a:r>
            <a:endParaRPr lang="en-IN" dirty="0"/>
          </a:p>
        </p:txBody>
      </p:sp>
      <p:sp>
        <p:nvSpPr>
          <p:cNvPr id="3" name="Content Placeholder 2">
            <a:extLst>
              <a:ext uri="{FF2B5EF4-FFF2-40B4-BE49-F238E27FC236}">
                <a16:creationId xmlns:a16="http://schemas.microsoft.com/office/drawing/2014/main" id="{949E826A-0830-EBF7-8FE2-75B0E5BF4D47}"/>
              </a:ext>
            </a:extLst>
          </p:cNvPr>
          <p:cNvSpPr>
            <a:spLocks noGrp="1"/>
          </p:cNvSpPr>
          <p:nvPr>
            <p:ph idx="15"/>
          </p:nvPr>
        </p:nvSpPr>
        <p:spPr>
          <a:xfrm>
            <a:off x="533400" y="1010653"/>
            <a:ext cx="11125200" cy="5163135"/>
          </a:xfrm>
        </p:spPr>
        <p:txBody>
          <a:bodyPr>
            <a:normAutofit/>
          </a:bodyPr>
          <a:lstStyle/>
          <a:p>
            <a:r>
              <a:rPr lang="en-US" sz="2000" b="0" dirty="0">
                <a:latin typeface="Arial" panose="020B0604020202020204" pitchFamily="34" charset="0"/>
                <a:cs typeface="Arial" panose="020B0604020202020204" pitchFamily="34" charset="0"/>
              </a:rPr>
              <a:t>In Python, a string is a sequence of characters enclosed in quotes. It can include letters, numbers, symbols or spaces. Since Python has no separate character type, even a single character is treated as a string with length one. Strings are widely used for text handling and manipulation.</a:t>
            </a:r>
          </a:p>
          <a:p>
            <a:r>
              <a:rPr lang="en-US" sz="2000" b="0" dirty="0">
                <a:latin typeface="Arial" panose="020B0604020202020204" pitchFamily="34" charset="0"/>
                <a:cs typeface="Arial" panose="020B0604020202020204" pitchFamily="34" charset="0"/>
              </a:rPr>
              <a:t>A string is a sequence of characters enclosed in quotes.</a:t>
            </a:r>
          </a:p>
          <a:p>
            <a:r>
              <a:rPr lang="en-US" sz="2000" b="0" dirty="0">
                <a:latin typeface="Arial" panose="020B0604020202020204" pitchFamily="34" charset="0"/>
                <a:cs typeface="Arial" panose="020B0604020202020204" pitchFamily="34" charset="0"/>
              </a:rPr>
              <a:t>Can use single ('), double ("), or triple quotes (''' or """).</a:t>
            </a:r>
          </a:p>
          <a:p>
            <a:endParaRPr lang="en-IN" sz="20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657F1D59-090A-74A6-FF9B-56B193084135}"/>
              </a:ext>
            </a:extLst>
          </p:cNvPr>
          <p:cNvPicPr>
            <a:picLocks noChangeAspect="1"/>
          </p:cNvPicPr>
          <p:nvPr/>
        </p:nvPicPr>
        <p:blipFill>
          <a:blip r:embed="rId2"/>
          <a:stretch>
            <a:fillRect/>
          </a:stretch>
        </p:blipFill>
        <p:spPr>
          <a:xfrm>
            <a:off x="2731207" y="3231013"/>
            <a:ext cx="6286823" cy="2616334"/>
          </a:xfrm>
          <a:prstGeom prst="rect">
            <a:avLst/>
          </a:prstGeom>
        </p:spPr>
      </p:pic>
    </p:spTree>
    <p:extLst>
      <p:ext uri="{BB962C8B-B14F-4D97-AF65-F5344CB8AC3E}">
        <p14:creationId xmlns:p14="http://schemas.microsoft.com/office/powerpoint/2010/main" val="2525245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0A33DC5-8CA4-2364-2236-E08B1B688F09}"/>
              </a:ext>
            </a:extLst>
          </p:cNvPr>
          <p:cNvSpPr>
            <a:spLocks noGrp="1"/>
          </p:cNvSpPr>
          <p:nvPr>
            <p:ph type="body" sz="quarter" idx="13"/>
          </p:nvPr>
        </p:nvSpPr>
        <p:spPr/>
        <p:txBody>
          <a:bodyPr/>
          <a:lstStyle/>
          <a:p>
            <a:pPr marL="0" indent="0">
              <a:buNone/>
            </a:pPr>
            <a:r>
              <a:rPr lang="en-US" dirty="0"/>
              <a:t>String Immutability</a:t>
            </a:r>
            <a:endParaRPr lang="en-IN" dirty="0"/>
          </a:p>
        </p:txBody>
      </p:sp>
      <p:sp>
        <p:nvSpPr>
          <p:cNvPr id="3" name="Content Placeholder 2">
            <a:extLst>
              <a:ext uri="{FF2B5EF4-FFF2-40B4-BE49-F238E27FC236}">
                <a16:creationId xmlns:a16="http://schemas.microsoft.com/office/drawing/2014/main" id="{AE23E57A-94F2-7192-C11C-88AD28128BCD}"/>
              </a:ext>
            </a:extLst>
          </p:cNvPr>
          <p:cNvSpPr>
            <a:spLocks noGrp="1"/>
          </p:cNvSpPr>
          <p:nvPr>
            <p:ph idx="15"/>
          </p:nvPr>
        </p:nvSpPr>
        <p:spPr>
          <a:xfrm>
            <a:off x="533400" y="1260909"/>
            <a:ext cx="11125200" cy="4912879"/>
          </a:xfrm>
        </p:spPr>
        <p:txBody>
          <a:bodyPr>
            <a:normAutofit/>
          </a:bodyPr>
          <a:lstStyle/>
          <a:p>
            <a:r>
              <a:rPr lang="en-US" sz="2400" b="0" dirty="0">
                <a:latin typeface="Arial" panose="020B0604020202020204" pitchFamily="34" charset="0"/>
                <a:cs typeface="Arial" panose="020B0604020202020204" pitchFamily="34" charset="0"/>
              </a:rPr>
              <a:t>Strings are</a:t>
            </a:r>
            <a:r>
              <a:rPr lang="en-US" sz="2400" dirty="0">
                <a:latin typeface="Arial" panose="020B0604020202020204" pitchFamily="34" charset="0"/>
                <a:cs typeface="Arial" panose="020B0604020202020204" pitchFamily="34" charset="0"/>
              </a:rPr>
              <a:t> immutable, </a:t>
            </a:r>
            <a:r>
              <a:rPr lang="en-US" sz="2400" b="0" dirty="0">
                <a:latin typeface="Arial" panose="020B0604020202020204" pitchFamily="34" charset="0"/>
                <a:cs typeface="Arial" panose="020B0604020202020204" pitchFamily="34" charset="0"/>
              </a:rPr>
              <a:t>which means that they cannot be changed after they are created. If we need to manipulate strings then we can use methods like </a:t>
            </a:r>
            <a:r>
              <a:rPr lang="en-US" sz="2400" dirty="0">
                <a:latin typeface="Arial" panose="020B0604020202020204" pitchFamily="34" charset="0"/>
                <a:cs typeface="Arial" panose="020B0604020202020204" pitchFamily="34" charset="0"/>
              </a:rPr>
              <a:t>concatenation, slicing </a:t>
            </a:r>
            <a:r>
              <a:rPr lang="en-US" sz="2400" b="0" dirty="0">
                <a:latin typeface="Arial" panose="020B0604020202020204" pitchFamily="34" charset="0"/>
                <a:cs typeface="Arial" panose="020B0604020202020204" pitchFamily="34" charset="0"/>
              </a:rPr>
              <a:t>or </a:t>
            </a:r>
            <a:r>
              <a:rPr lang="en-US" sz="2400" dirty="0">
                <a:latin typeface="Arial" panose="020B0604020202020204" pitchFamily="34" charset="0"/>
                <a:cs typeface="Arial" panose="020B0604020202020204" pitchFamily="34" charset="0"/>
              </a:rPr>
              <a:t>formatting</a:t>
            </a:r>
            <a:r>
              <a:rPr lang="en-US" sz="2400" b="0" dirty="0">
                <a:latin typeface="Arial" panose="020B0604020202020204" pitchFamily="34" charset="0"/>
                <a:cs typeface="Arial" panose="020B0604020202020204" pitchFamily="34" charset="0"/>
              </a:rPr>
              <a:t> to create new strings based on original.</a:t>
            </a:r>
          </a:p>
          <a:p>
            <a:pPr marL="0" indent="0">
              <a:buNone/>
            </a:pPr>
            <a:r>
              <a:rPr lang="en-US" sz="2400" dirty="0">
                <a:latin typeface="Arial" panose="020B0604020202020204" pitchFamily="34" charset="0"/>
                <a:cs typeface="Arial" panose="020B0604020202020204" pitchFamily="34" charset="0"/>
              </a:rPr>
              <a:t>Example:</a:t>
            </a:r>
            <a:r>
              <a:rPr lang="en-US" sz="2400" b="0" dirty="0">
                <a:latin typeface="Arial" panose="020B0604020202020204" pitchFamily="34" charset="0"/>
                <a:cs typeface="Arial" panose="020B0604020202020204" pitchFamily="34" charset="0"/>
              </a:rPr>
              <a:t> In this example we are changing first character by building a new string.</a:t>
            </a:r>
            <a:endParaRPr lang="en-IN" sz="24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E6F1A1F-EB88-3CD3-C6B7-984AC0CE37C0}"/>
              </a:ext>
            </a:extLst>
          </p:cNvPr>
          <p:cNvPicPr>
            <a:picLocks noChangeAspect="1"/>
          </p:cNvPicPr>
          <p:nvPr/>
        </p:nvPicPr>
        <p:blipFill>
          <a:blip r:embed="rId2"/>
          <a:stretch>
            <a:fillRect/>
          </a:stretch>
        </p:blipFill>
        <p:spPr>
          <a:xfrm>
            <a:off x="2343419" y="3429000"/>
            <a:ext cx="6369377" cy="2197213"/>
          </a:xfrm>
          <a:prstGeom prst="rect">
            <a:avLst/>
          </a:prstGeom>
        </p:spPr>
      </p:pic>
    </p:spTree>
    <p:extLst>
      <p:ext uri="{BB962C8B-B14F-4D97-AF65-F5344CB8AC3E}">
        <p14:creationId xmlns:p14="http://schemas.microsoft.com/office/powerpoint/2010/main" val="21295864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39B227C-653A-461A-2DFD-58A2F8961835}"/>
              </a:ext>
            </a:extLst>
          </p:cNvPr>
          <p:cNvSpPr>
            <a:spLocks noGrp="1"/>
          </p:cNvSpPr>
          <p:nvPr>
            <p:ph type="body" sz="quarter" idx="13"/>
          </p:nvPr>
        </p:nvSpPr>
        <p:spPr/>
        <p:txBody>
          <a:bodyPr/>
          <a:lstStyle/>
          <a:p>
            <a:pPr marL="0" indent="0">
              <a:buNone/>
            </a:pPr>
            <a:r>
              <a:rPr lang="en-US" dirty="0"/>
              <a:t>Operations of Strings</a:t>
            </a:r>
            <a:endParaRPr lang="en-IN" dirty="0"/>
          </a:p>
        </p:txBody>
      </p:sp>
      <p:graphicFrame>
        <p:nvGraphicFramePr>
          <p:cNvPr id="4" name="Content Placeholder 3">
            <a:extLst>
              <a:ext uri="{FF2B5EF4-FFF2-40B4-BE49-F238E27FC236}">
                <a16:creationId xmlns:a16="http://schemas.microsoft.com/office/drawing/2014/main" id="{BEA3AB0D-C909-75EB-ADC8-F4F7747D4159}"/>
              </a:ext>
            </a:extLst>
          </p:cNvPr>
          <p:cNvGraphicFramePr>
            <a:graphicFrameLocks noGrp="1"/>
          </p:cNvGraphicFramePr>
          <p:nvPr>
            <p:ph idx="15"/>
            <p:extLst>
              <p:ext uri="{D42A27DB-BD31-4B8C-83A1-F6EECF244321}">
                <p14:modId xmlns:p14="http://schemas.microsoft.com/office/powerpoint/2010/main" val="750607752"/>
              </p:ext>
            </p:extLst>
          </p:nvPr>
        </p:nvGraphicFramePr>
        <p:xfrm>
          <a:off x="1174282" y="1222410"/>
          <a:ext cx="9172878" cy="4827233"/>
        </p:xfrm>
        <a:graphic>
          <a:graphicData uri="http://schemas.openxmlformats.org/drawingml/2006/table">
            <a:tbl>
              <a:tblPr/>
              <a:tblGrid>
                <a:gridCol w="3057626">
                  <a:extLst>
                    <a:ext uri="{9D8B030D-6E8A-4147-A177-3AD203B41FA5}">
                      <a16:colId xmlns:a16="http://schemas.microsoft.com/office/drawing/2014/main" val="780318493"/>
                    </a:ext>
                  </a:extLst>
                </a:gridCol>
                <a:gridCol w="3057626">
                  <a:extLst>
                    <a:ext uri="{9D8B030D-6E8A-4147-A177-3AD203B41FA5}">
                      <a16:colId xmlns:a16="http://schemas.microsoft.com/office/drawing/2014/main" val="2458980512"/>
                    </a:ext>
                  </a:extLst>
                </a:gridCol>
                <a:gridCol w="3057626">
                  <a:extLst>
                    <a:ext uri="{9D8B030D-6E8A-4147-A177-3AD203B41FA5}">
                      <a16:colId xmlns:a16="http://schemas.microsoft.com/office/drawing/2014/main" val="2817583889"/>
                    </a:ext>
                  </a:extLst>
                </a:gridCol>
              </a:tblGrid>
              <a:tr h="190301">
                <a:tc>
                  <a:txBody>
                    <a:bodyPr/>
                    <a:lstStyle/>
                    <a:p>
                      <a:pPr>
                        <a:buNone/>
                      </a:pPr>
                      <a:r>
                        <a:rPr lang="en-IN" sz="1000" b="1"/>
                        <a:t>Operation</a:t>
                      </a:r>
                      <a:endParaRPr lang="en-IN" sz="1000"/>
                    </a:p>
                  </a:txBody>
                  <a:tcPr marL="50015" marR="50015" marT="25008" marB="25008" anchor="ctr">
                    <a:lnL>
                      <a:noFill/>
                    </a:lnL>
                    <a:lnR>
                      <a:noFill/>
                    </a:lnR>
                    <a:lnT>
                      <a:noFill/>
                    </a:lnT>
                    <a:lnB>
                      <a:noFill/>
                    </a:lnB>
                    <a:noFill/>
                  </a:tcPr>
                </a:tc>
                <a:tc>
                  <a:txBody>
                    <a:bodyPr/>
                    <a:lstStyle/>
                    <a:p>
                      <a:pPr>
                        <a:buNone/>
                      </a:pPr>
                      <a:r>
                        <a:rPr lang="en-IN" sz="1000" b="1"/>
                        <a:t>Syntax / Example</a:t>
                      </a:r>
                      <a:endParaRPr lang="en-IN" sz="1000"/>
                    </a:p>
                  </a:txBody>
                  <a:tcPr marL="50015" marR="50015" marT="25008" marB="25008" anchor="ctr">
                    <a:lnL>
                      <a:noFill/>
                    </a:lnL>
                    <a:lnR>
                      <a:noFill/>
                    </a:lnR>
                    <a:lnT>
                      <a:noFill/>
                    </a:lnT>
                    <a:lnB>
                      <a:noFill/>
                    </a:lnB>
                    <a:noFill/>
                  </a:tcPr>
                </a:tc>
                <a:tc>
                  <a:txBody>
                    <a:bodyPr/>
                    <a:lstStyle/>
                    <a:p>
                      <a:pPr>
                        <a:buNone/>
                      </a:pPr>
                      <a:r>
                        <a:rPr lang="en-IN" sz="1000" b="1"/>
                        <a:t>Description</a:t>
                      </a:r>
                      <a:endParaRPr lang="en-IN" sz="1000"/>
                    </a:p>
                  </a:txBody>
                  <a:tcPr marL="50015" marR="50015" marT="25008" marB="25008" anchor="ctr">
                    <a:lnL>
                      <a:noFill/>
                    </a:lnL>
                    <a:lnR>
                      <a:noFill/>
                    </a:lnR>
                    <a:lnT>
                      <a:noFill/>
                    </a:lnT>
                    <a:lnB>
                      <a:noFill/>
                    </a:lnB>
                    <a:noFill/>
                  </a:tcPr>
                </a:tc>
                <a:extLst>
                  <a:ext uri="{0D108BD9-81ED-4DB2-BD59-A6C34878D82A}">
                    <a16:rowId xmlns:a16="http://schemas.microsoft.com/office/drawing/2014/main" val="2553711820"/>
                  </a:ext>
                </a:extLst>
              </a:tr>
              <a:tr h="190301">
                <a:tc>
                  <a:txBody>
                    <a:bodyPr/>
                    <a:lstStyle/>
                    <a:p>
                      <a:pPr>
                        <a:buNone/>
                      </a:pPr>
                      <a:r>
                        <a:rPr lang="en-IN" sz="1000" b="1"/>
                        <a:t>Concatenation</a:t>
                      </a:r>
                      <a:endParaRPr lang="en-IN" sz="1000"/>
                    </a:p>
                  </a:txBody>
                  <a:tcPr marL="50015" marR="50015" marT="25008" marB="25008" anchor="ctr">
                    <a:lnL>
                      <a:noFill/>
                    </a:lnL>
                    <a:lnR>
                      <a:noFill/>
                    </a:lnR>
                    <a:lnT>
                      <a:noFill/>
                    </a:lnT>
                    <a:lnB>
                      <a:noFill/>
                    </a:lnB>
                    <a:noFill/>
                  </a:tcPr>
                </a:tc>
                <a:tc>
                  <a:txBody>
                    <a:bodyPr/>
                    <a:lstStyle/>
                    <a:p>
                      <a:pPr>
                        <a:buNone/>
                      </a:pPr>
                      <a:r>
                        <a:rPr lang="en-IN" sz="1000">
                          <a:latin typeface="Courier New" panose="02070309020205020404" pitchFamily="49" charset="0"/>
                        </a:rPr>
                        <a:t>"Hello" + "World"</a:t>
                      </a:r>
                      <a:endParaRPr lang="en-IN" sz="1000"/>
                    </a:p>
                  </a:txBody>
                  <a:tcPr marL="50015" marR="50015" marT="25008" marB="25008" anchor="ctr">
                    <a:lnL>
                      <a:noFill/>
                    </a:lnL>
                    <a:lnR>
                      <a:noFill/>
                    </a:lnR>
                    <a:lnT>
                      <a:noFill/>
                    </a:lnT>
                    <a:lnB>
                      <a:noFill/>
                    </a:lnB>
                    <a:noFill/>
                  </a:tcPr>
                </a:tc>
                <a:tc>
                  <a:txBody>
                    <a:bodyPr/>
                    <a:lstStyle/>
                    <a:p>
                      <a:pPr>
                        <a:buNone/>
                      </a:pPr>
                      <a:r>
                        <a:rPr lang="en-IN" sz="1000"/>
                        <a:t>Combines two strings</a:t>
                      </a:r>
                    </a:p>
                  </a:txBody>
                  <a:tcPr marL="50015" marR="50015" marT="25008" marB="25008" anchor="ctr">
                    <a:lnL>
                      <a:noFill/>
                    </a:lnL>
                    <a:lnR>
                      <a:noFill/>
                    </a:lnR>
                    <a:lnT>
                      <a:noFill/>
                    </a:lnT>
                    <a:lnB>
                      <a:noFill/>
                    </a:lnB>
                    <a:noFill/>
                  </a:tcPr>
                </a:tc>
                <a:extLst>
                  <a:ext uri="{0D108BD9-81ED-4DB2-BD59-A6C34878D82A}">
                    <a16:rowId xmlns:a16="http://schemas.microsoft.com/office/drawing/2014/main" val="930851879"/>
                  </a:ext>
                </a:extLst>
              </a:tr>
              <a:tr h="264481">
                <a:tc>
                  <a:txBody>
                    <a:bodyPr/>
                    <a:lstStyle/>
                    <a:p>
                      <a:pPr>
                        <a:buNone/>
                      </a:pPr>
                      <a:r>
                        <a:rPr lang="en-IN" sz="1000" b="1"/>
                        <a:t>Repetition</a:t>
                      </a:r>
                      <a:endParaRPr lang="en-IN" sz="1000"/>
                    </a:p>
                  </a:txBody>
                  <a:tcPr marL="50015" marR="50015" marT="25008" marB="25008" anchor="ctr">
                    <a:lnL>
                      <a:noFill/>
                    </a:lnL>
                    <a:lnR>
                      <a:noFill/>
                    </a:lnR>
                    <a:lnT>
                      <a:noFill/>
                    </a:lnT>
                    <a:lnB>
                      <a:noFill/>
                    </a:lnB>
                    <a:noFill/>
                  </a:tcPr>
                </a:tc>
                <a:tc>
                  <a:txBody>
                    <a:bodyPr/>
                    <a:lstStyle/>
                    <a:p>
                      <a:pPr>
                        <a:buNone/>
                      </a:pPr>
                      <a:r>
                        <a:rPr lang="en-IN" sz="1000">
                          <a:latin typeface="Courier New" panose="02070309020205020404" pitchFamily="49" charset="0"/>
                        </a:rPr>
                        <a:t>"Hi" * 3</a:t>
                      </a:r>
                      <a:endParaRPr lang="en-IN" sz="1000"/>
                    </a:p>
                  </a:txBody>
                  <a:tcPr marL="50015" marR="50015" marT="25008" marB="25008" anchor="ctr">
                    <a:lnL>
                      <a:noFill/>
                    </a:lnL>
                    <a:lnR>
                      <a:noFill/>
                    </a:lnR>
                    <a:lnT>
                      <a:noFill/>
                    </a:lnT>
                    <a:lnB>
                      <a:noFill/>
                    </a:lnB>
                    <a:noFill/>
                  </a:tcPr>
                </a:tc>
                <a:tc>
                  <a:txBody>
                    <a:bodyPr/>
                    <a:lstStyle/>
                    <a:p>
                      <a:pPr>
                        <a:buNone/>
                      </a:pPr>
                      <a:r>
                        <a:rPr lang="en-US" sz="1000"/>
                        <a:t>Repeats the string multiple times</a:t>
                      </a:r>
                    </a:p>
                  </a:txBody>
                  <a:tcPr marL="50015" marR="50015" marT="25008" marB="25008" anchor="ctr">
                    <a:lnL>
                      <a:noFill/>
                    </a:lnL>
                    <a:lnR>
                      <a:noFill/>
                    </a:lnR>
                    <a:lnT>
                      <a:noFill/>
                    </a:lnT>
                    <a:lnB>
                      <a:noFill/>
                    </a:lnB>
                    <a:noFill/>
                  </a:tcPr>
                </a:tc>
                <a:extLst>
                  <a:ext uri="{0D108BD9-81ED-4DB2-BD59-A6C34878D82A}">
                    <a16:rowId xmlns:a16="http://schemas.microsoft.com/office/drawing/2014/main" val="4115354455"/>
                  </a:ext>
                </a:extLst>
              </a:tr>
              <a:tr h="279902">
                <a:tc>
                  <a:txBody>
                    <a:bodyPr/>
                    <a:lstStyle/>
                    <a:p>
                      <a:pPr>
                        <a:buNone/>
                      </a:pPr>
                      <a:r>
                        <a:rPr lang="en-IN" sz="1000" b="1"/>
                        <a:t>Indexing</a:t>
                      </a:r>
                      <a:endParaRPr lang="en-IN" sz="1000"/>
                    </a:p>
                  </a:txBody>
                  <a:tcPr marL="50015" marR="50015" marT="25008" marB="25008" anchor="ctr">
                    <a:lnL>
                      <a:noFill/>
                    </a:lnL>
                    <a:lnR>
                      <a:noFill/>
                    </a:lnR>
                    <a:lnT>
                      <a:noFill/>
                    </a:lnT>
                    <a:lnB>
                      <a:noFill/>
                    </a:lnB>
                    <a:noFill/>
                  </a:tcPr>
                </a:tc>
                <a:tc>
                  <a:txBody>
                    <a:bodyPr/>
                    <a:lstStyle/>
                    <a:p>
                      <a:pPr>
                        <a:buNone/>
                      </a:pPr>
                      <a:r>
                        <a:rPr lang="en-IN" sz="1000">
                          <a:latin typeface="Courier New" panose="02070309020205020404" pitchFamily="49" charset="0"/>
                        </a:rPr>
                        <a:t>text[0]</a:t>
                      </a:r>
                      <a:endParaRPr lang="en-IN" sz="1000"/>
                    </a:p>
                  </a:txBody>
                  <a:tcPr marL="50015" marR="50015" marT="25008" marB="25008" anchor="ctr">
                    <a:lnL>
                      <a:noFill/>
                    </a:lnL>
                    <a:lnR>
                      <a:noFill/>
                    </a:lnR>
                    <a:lnT>
                      <a:noFill/>
                    </a:lnT>
                    <a:lnB>
                      <a:noFill/>
                    </a:lnB>
                    <a:noFill/>
                  </a:tcPr>
                </a:tc>
                <a:tc>
                  <a:txBody>
                    <a:bodyPr/>
                    <a:lstStyle/>
                    <a:p>
                      <a:pPr>
                        <a:buNone/>
                      </a:pPr>
                      <a:r>
                        <a:rPr lang="en-US" sz="1000"/>
                        <a:t>Accesses character at a specific position</a:t>
                      </a:r>
                    </a:p>
                  </a:txBody>
                  <a:tcPr marL="50015" marR="50015" marT="25008" marB="25008" anchor="ctr">
                    <a:lnL>
                      <a:noFill/>
                    </a:lnL>
                    <a:lnR>
                      <a:noFill/>
                    </a:lnR>
                    <a:lnT>
                      <a:noFill/>
                    </a:lnT>
                    <a:lnB>
                      <a:noFill/>
                    </a:lnB>
                    <a:noFill/>
                  </a:tcPr>
                </a:tc>
                <a:extLst>
                  <a:ext uri="{0D108BD9-81ED-4DB2-BD59-A6C34878D82A}">
                    <a16:rowId xmlns:a16="http://schemas.microsoft.com/office/drawing/2014/main" val="1105270575"/>
                  </a:ext>
                </a:extLst>
              </a:tr>
              <a:tr h="264481">
                <a:tc>
                  <a:txBody>
                    <a:bodyPr/>
                    <a:lstStyle/>
                    <a:p>
                      <a:pPr>
                        <a:buNone/>
                      </a:pPr>
                      <a:r>
                        <a:rPr lang="en-IN" sz="1000" b="1"/>
                        <a:t>Slicing</a:t>
                      </a:r>
                      <a:endParaRPr lang="en-IN" sz="1000"/>
                    </a:p>
                  </a:txBody>
                  <a:tcPr marL="50015" marR="50015" marT="25008" marB="25008" anchor="ctr">
                    <a:lnL>
                      <a:noFill/>
                    </a:lnL>
                    <a:lnR>
                      <a:noFill/>
                    </a:lnR>
                    <a:lnT>
                      <a:noFill/>
                    </a:lnT>
                    <a:lnB>
                      <a:noFill/>
                    </a:lnB>
                    <a:noFill/>
                  </a:tcPr>
                </a:tc>
                <a:tc>
                  <a:txBody>
                    <a:bodyPr/>
                    <a:lstStyle/>
                    <a:p>
                      <a:pPr>
                        <a:buNone/>
                      </a:pPr>
                      <a:r>
                        <a:rPr lang="en-IN" sz="1000">
                          <a:latin typeface="Courier New" panose="02070309020205020404" pitchFamily="49" charset="0"/>
                        </a:rPr>
                        <a:t>text[1:4]</a:t>
                      </a:r>
                      <a:endParaRPr lang="en-IN" sz="1000"/>
                    </a:p>
                  </a:txBody>
                  <a:tcPr marL="50015" marR="50015" marT="25008" marB="25008" anchor="ctr">
                    <a:lnL>
                      <a:noFill/>
                    </a:lnL>
                    <a:lnR>
                      <a:noFill/>
                    </a:lnR>
                    <a:lnT>
                      <a:noFill/>
                    </a:lnT>
                    <a:lnB>
                      <a:noFill/>
                    </a:lnB>
                    <a:noFill/>
                  </a:tcPr>
                </a:tc>
                <a:tc>
                  <a:txBody>
                    <a:bodyPr/>
                    <a:lstStyle/>
                    <a:p>
                      <a:pPr>
                        <a:buNone/>
                      </a:pPr>
                      <a:r>
                        <a:rPr lang="en-US" sz="1000"/>
                        <a:t>Extracts substring from index 1 to 3</a:t>
                      </a:r>
                    </a:p>
                  </a:txBody>
                  <a:tcPr marL="50015" marR="50015" marT="25008" marB="25008" anchor="ctr">
                    <a:lnL>
                      <a:noFill/>
                    </a:lnL>
                    <a:lnR>
                      <a:noFill/>
                    </a:lnR>
                    <a:lnT>
                      <a:noFill/>
                    </a:lnT>
                    <a:lnB>
                      <a:noFill/>
                    </a:lnB>
                    <a:noFill/>
                  </a:tcPr>
                </a:tc>
                <a:extLst>
                  <a:ext uri="{0D108BD9-81ED-4DB2-BD59-A6C34878D82A}">
                    <a16:rowId xmlns:a16="http://schemas.microsoft.com/office/drawing/2014/main" val="2238225709"/>
                  </a:ext>
                </a:extLst>
              </a:tr>
              <a:tr h="279902">
                <a:tc>
                  <a:txBody>
                    <a:bodyPr/>
                    <a:lstStyle/>
                    <a:p>
                      <a:pPr>
                        <a:buNone/>
                      </a:pPr>
                      <a:r>
                        <a:rPr lang="en-IN" sz="1000" b="1"/>
                        <a:t>Length</a:t>
                      </a:r>
                      <a:endParaRPr lang="en-IN" sz="1000"/>
                    </a:p>
                  </a:txBody>
                  <a:tcPr marL="50015" marR="50015" marT="25008" marB="25008" anchor="ctr">
                    <a:lnL>
                      <a:noFill/>
                    </a:lnL>
                    <a:lnR>
                      <a:noFill/>
                    </a:lnR>
                    <a:lnT>
                      <a:noFill/>
                    </a:lnT>
                    <a:lnB>
                      <a:noFill/>
                    </a:lnB>
                    <a:noFill/>
                  </a:tcPr>
                </a:tc>
                <a:tc>
                  <a:txBody>
                    <a:bodyPr/>
                    <a:lstStyle/>
                    <a:p>
                      <a:pPr>
                        <a:buNone/>
                      </a:pPr>
                      <a:r>
                        <a:rPr lang="en-IN" sz="1000">
                          <a:latin typeface="Courier New" panose="02070309020205020404" pitchFamily="49" charset="0"/>
                        </a:rPr>
                        <a:t>len(text)</a:t>
                      </a:r>
                      <a:endParaRPr lang="en-IN" sz="1000"/>
                    </a:p>
                  </a:txBody>
                  <a:tcPr marL="50015" marR="50015" marT="25008" marB="25008" anchor="ctr">
                    <a:lnL>
                      <a:noFill/>
                    </a:lnL>
                    <a:lnR>
                      <a:noFill/>
                    </a:lnR>
                    <a:lnT>
                      <a:noFill/>
                    </a:lnT>
                    <a:lnB>
                      <a:noFill/>
                    </a:lnB>
                    <a:noFill/>
                  </a:tcPr>
                </a:tc>
                <a:tc>
                  <a:txBody>
                    <a:bodyPr/>
                    <a:lstStyle/>
                    <a:p>
                      <a:pPr>
                        <a:buNone/>
                      </a:pPr>
                      <a:r>
                        <a:rPr lang="en-US" sz="1000"/>
                        <a:t>Returns number of characters in the string</a:t>
                      </a:r>
                    </a:p>
                  </a:txBody>
                  <a:tcPr marL="50015" marR="50015" marT="25008" marB="25008" anchor="ctr">
                    <a:lnL>
                      <a:noFill/>
                    </a:lnL>
                    <a:lnR>
                      <a:noFill/>
                    </a:lnR>
                    <a:lnT>
                      <a:noFill/>
                    </a:lnT>
                    <a:lnB>
                      <a:noFill/>
                    </a:lnB>
                    <a:noFill/>
                  </a:tcPr>
                </a:tc>
                <a:extLst>
                  <a:ext uri="{0D108BD9-81ED-4DB2-BD59-A6C34878D82A}">
                    <a16:rowId xmlns:a16="http://schemas.microsoft.com/office/drawing/2014/main" val="1044004223"/>
                  </a:ext>
                </a:extLst>
              </a:tr>
              <a:tr h="264481">
                <a:tc>
                  <a:txBody>
                    <a:bodyPr/>
                    <a:lstStyle/>
                    <a:p>
                      <a:pPr>
                        <a:buNone/>
                      </a:pPr>
                      <a:r>
                        <a:rPr lang="en-IN" sz="1000" b="1"/>
                        <a:t>Uppercase</a:t>
                      </a:r>
                      <a:endParaRPr lang="en-IN" sz="1000"/>
                    </a:p>
                  </a:txBody>
                  <a:tcPr marL="50015" marR="50015" marT="25008" marB="25008" anchor="ctr">
                    <a:lnL>
                      <a:noFill/>
                    </a:lnL>
                    <a:lnR>
                      <a:noFill/>
                    </a:lnR>
                    <a:lnT>
                      <a:noFill/>
                    </a:lnT>
                    <a:lnB>
                      <a:noFill/>
                    </a:lnB>
                    <a:noFill/>
                  </a:tcPr>
                </a:tc>
                <a:tc>
                  <a:txBody>
                    <a:bodyPr/>
                    <a:lstStyle/>
                    <a:p>
                      <a:pPr>
                        <a:buNone/>
                      </a:pPr>
                      <a:r>
                        <a:rPr lang="en-IN" sz="1000">
                          <a:latin typeface="Courier New" panose="02070309020205020404" pitchFamily="49" charset="0"/>
                        </a:rPr>
                        <a:t>text.upper()</a:t>
                      </a:r>
                      <a:endParaRPr lang="en-IN" sz="1000"/>
                    </a:p>
                  </a:txBody>
                  <a:tcPr marL="50015" marR="50015" marT="25008" marB="25008" anchor="ctr">
                    <a:lnL>
                      <a:noFill/>
                    </a:lnL>
                    <a:lnR>
                      <a:noFill/>
                    </a:lnR>
                    <a:lnT>
                      <a:noFill/>
                    </a:lnT>
                    <a:lnB>
                      <a:noFill/>
                    </a:lnB>
                    <a:noFill/>
                  </a:tcPr>
                </a:tc>
                <a:tc>
                  <a:txBody>
                    <a:bodyPr/>
                    <a:lstStyle/>
                    <a:p>
                      <a:pPr>
                        <a:buNone/>
                      </a:pPr>
                      <a:r>
                        <a:rPr lang="en-US" sz="1000"/>
                        <a:t>Converts all characters to uppercase</a:t>
                      </a:r>
                    </a:p>
                  </a:txBody>
                  <a:tcPr marL="50015" marR="50015" marT="25008" marB="25008" anchor="ctr">
                    <a:lnL>
                      <a:noFill/>
                    </a:lnL>
                    <a:lnR>
                      <a:noFill/>
                    </a:lnR>
                    <a:lnT>
                      <a:noFill/>
                    </a:lnT>
                    <a:lnB>
                      <a:noFill/>
                    </a:lnB>
                    <a:noFill/>
                  </a:tcPr>
                </a:tc>
                <a:extLst>
                  <a:ext uri="{0D108BD9-81ED-4DB2-BD59-A6C34878D82A}">
                    <a16:rowId xmlns:a16="http://schemas.microsoft.com/office/drawing/2014/main" val="392806928"/>
                  </a:ext>
                </a:extLst>
              </a:tr>
              <a:tr h="264481">
                <a:tc>
                  <a:txBody>
                    <a:bodyPr/>
                    <a:lstStyle/>
                    <a:p>
                      <a:pPr>
                        <a:buNone/>
                      </a:pPr>
                      <a:r>
                        <a:rPr lang="en-IN" sz="1000" b="1"/>
                        <a:t>Lowercase</a:t>
                      </a:r>
                      <a:endParaRPr lang="en-IN" sz="1000"/>
                    </a:p>
                  </a:txBody>
                  <a:tcPr marL="50015" marR="50015" marT="25008" marB="25008" anchor="ctr">
                    <a:lnL>
                      <a:noFill/>
                    </a:lnL>
                    <a:lnR>
                      <a:noFill/>
                    </a:lnR>
                    <a:lnT>
                      <a:noFill/>
                    </a:lnT>
                    <a:lnB>
                      <a:noFill/>
                    </a:lnB>
                    <a:noFill/>
                  </a:tcPr>
                </a:tc>
                <a:tc>
                  <a:txBody>
                    <a:bodyPr/>
                    <a:lstStyle/>
                    <a:p>
                      <a:pPr>
                        <a:buNone/>
                      </a:pPr>
                      <a:r>
                        <a:rPr lang="en-IN" sz="1000">
                          <a:latin typeface="Courier New" panose="02070309020205020404" pitchFamily="49" charset="0"/>
                        </a:rPr>
                        <a:t>text.lower()</a:t>
                      </a:r>
                      <a:endParaRPr lang="en-IN" sz="1000"/>
                    </a:p>
                  </a:txBody>
                  <a:tcPr marL="50015" marR="50015" marT="25008" marB="25008" anchor="ctr">
                    <a:lnL>
                      <a:noFill/>
                    </a:lnL>
                    <a:lnR>
                      <a:noFill/>
                    </a:lnR>
                    <a:lnT>
                      <a:noFill/>
                    </a:lnT>
                    <a:lnB>
                      <a:noFill/>
                    </a:lnB>
                    <a:noFill/>
                  </a:tcPr>
                </a:tc>
                <a:tc>
                  <a:txBody>
                    <a:bodyPr/>
                    <a:lstStyle/>
                    <a:p>
                      <a:pPr>
                        <a:buNone/>
                      </a:pPr>
                      <a:r>
                        <a:rPr lang="en-US" sz="1000"/>
                        <a:t>Converts all characters to lowercase</a:t>
                      </a:r>
                    </a:p>
                  </a:txBody>
                  <a:tcPr marL="50015" marR="50015" marT="25008" marB="25008" anchor="ctr">
                    <a:lnL>
                      <a:noFill/>
                    </a:lnL>
                    <a:lnR>
                      <a:noFill/>
                    </a:lnR>
                    <a:lnT>
                      <a:noFill/>
                    </a:lnT>
                    <a:lnB>
                      <a:noFill/>
                    </a:lnB>
                    <a:noFill/>
                  </a:tcPr>
                </a:tc>
                <a:extLst>
                  <a:ext uri="{0D108BD9-81ED-4DB2-BD59-A6C34878D82A}">
                    <a16:rowId xmlns:a16="http://schemas.microsoft.com/office/drawing/2014/main" val="384224770"/>
                  </a:ext>
                </a:extLst>
              </a:tr>
              <a:tr h="279902">
                <a:tc>
                  <a:txBody>
                    <a:bodyPr/>
                    <a:lstStyle/>
                    <a:p>
                      <a:pPr>
                        <a:buNone/>
                      </a:pPr>
                      <a:r>
                        <a:rPr lang="en-IN" sz="1000" b="1"/>
                        <a:t>Strip</a:t>
                      </a:r>
                      <a:endParaRPr lang="en-IN" sz="1000"/>
                    </a:p>
                  </a:txBody>
                  <a:tcPr marL="50015" marR="50015" marT="25008" marB="25008" anchor="ctr">
                    <a:lnL>
                      <a:noFill/>
                    </a:lnL>
                    <a:lnR>
                      <a:noFill/>
                    </a:lnR>
                    <a:lnT>
                      <a:noFill/>
                    </a:lnT>
                    <a:lnB>
                      <a:noFill/>
                    </a:lnB>
                    <a:noFill/>
                  </a:tcPr>
                </a:tc>
                <a:tc>
                  <a:txBody>
                    <a:bodyPr/>
                    <a:lstStyle/>
                    <a:p>
                      <a:pPr>
                        <a:buNone/>
                      </a:pPr>
                      <a:r>
                        <a:rPr lang="en-IN" sz="1000">
                          <a:latin typeface="Courier New" panose="02070309020205020404" pitchFamily="49" charset="0"/>
                        </a:rPr>
                        <a:t>text.strip()</a:t>
                      </a:r>
                      <a:endParaRPr lang="en-IN" sz="1000"/>
                    </a:p>
                  </a:txBody>
                  <a:tcPr marL="50015" marR="50015" marT="25008" marB="25008" anchor="ctr">
                    <a:lnL>
                      <a:noFill/>
                    </a:lnL>
                    <a:lnR>
                      <a:noFill/>
                    </a:lnR>
                    <a:lnT>
                      <a:noFill/>
                    </a:lnT>
                    <a:lnB>
                      <a:noFill/>
                    </a:lnB>
                    <a:noFill/>
                  </a:tcPr>
                </a:tc>
                <a:tc>
                  <a:txBody>
                    <a:bodyPr/>
                    <a:lstStyle/>
                    <a:p>
                      <a:pPr>
                        <a:buNone/>
                      </a:pPr>
                      <a:r>
                        <a:rPr lang="en-US" sz="1000"/>
                        <a:t>Removes leading and trailing whitespace</a:t>
                      </a:r>
                    </a:p>
                  </a:txBody>
                  <a:tcPr marL="50015" marR="50015" marT="25008" marB="25008" anchor="ctr">
                    <a:lnL>
                      <a:noFill/>
                    </a:lnL>
                    <a:lnR>
                      <a:noFill/>
                    </a:lnR>
                    <a:lnT>
                      <a:noFill/>
                    </a:lnT>
                    <a:lnB>
                      <a:noFill/>
                    </a:lnB>
                    <a:noFill/>
                  </a:tcPr>
                </a:tc>
                <a:extLst>
                  <a:ext uri="{0D108BD9-81ED-4DB2-BD59-A6C34878D82A}">
                    <a16:rowId xmlns:a16="http://schemas.microsoft.com/office/drawing/2014/main" val="3926277168"/>
                  </a:ext>
                </a:extLst>
              </a:tr>
              <a:tr h="264481">
                <a:tc>
                  <a:txBody>
                    <a:bodyPr/>
                    <a:lstStyle/>
                    <a:p>
                      <a:pPr>
                        <a:buNone/>
                      </a:pPr>
                      <a:r>
                        <a:rPr lang="en-IN" sz="1000" b="1"/>
                        <a:t>Replace</a:t>
                      </a:r>
                      <a:endParaRPr lang="en-IN" sz="1000"/>
                    </a:p>
                  </a:txBody>
                  <a:tcPr marL="50015" marR="50015" marT="25008" marB="25008" anchor="ctr">
                    <a:lnL>
                      <a:noFill/>
                    </a:lnL>
                    <a:lnR>
                      <a:noFill/>
                    </a:lnR>
                    <a:lnT>
                      <a:noFill/>
                    </a:lnT>
                    <a:lnB>
                      <a:noFill/>
                    </a:lnB>
                    <a:noFill/>
                  </a:tcPr>
                </a:tc>
                <a:tc>
                  <a:txBody>
                    <a:bodyPr/>
                    <a:lstStyle/>
                    <a:p>
                      <a:pPr>
                        <a:buNone/>
                      </a:pPr>
                      <a:r>
                        <a:rPr lang="en-IN" sz="1000">
                          <a:latin typeface="Courier New" panose="02070309020205020404" pitchFamily="49" charset="0"/>
                        </a:rPr>
                        <a:t>text.replace("a", "b")</a:t>
                      </a:r>
                      <a:endParaRPr lang="en-IN" sz="1000"/>
                    </a:p>
                  </a:txBody>
                  <a:tcPr marL="50015" marR="50015" marT="25008" marB="25008" anchor="ctr">
                    <a:lnL>
                      <a:noFill/>
                    </a:lnL>
                    <a:lnR>
                      <a:noFill/>
                    </a:lnR>
                    <a:lnT>
                      <a:noFill/>
                    </a:lnT>
                    <a:lnB>
                      <a:noFill/>
                    </a:lnB>
                    <a:noFill/>
                  </a:tcPr>
                </a:tc>
                <a:tc>
                  <a:txBody>
                    <a:bodyPr/>
                    <a:lstStyle/>
                    <a:p>
                      <a:pPr>
                        <a:buNone/>
                      </a:pPr>
                      <a:r>
                        <a:rPr lang="en-IN" sz="1000"/>
                        <a:t>Replaces substring with another</a:t>
                      </a:r>
                    </a:p>
                  </a:txBody>
                  <a:tcPr marL="50015" marR="50015" marT="25008" marB="25008" anchor="ctr">
                    <a:lnL>
                      <a:noFill/>
                    </a:lnL>
                    <a:lnR>
                      <a:noFill/>
                    </a:lnR>
                    <a:lnT>
                      <a:noFill/>
                    </a:lnT>
                    <a:lnB>
                      <a:noFill/>
                    </a:lnB>
                    <a:noFill/>
                  </a:tcPr>
                </a:tc>
                <a:extLst>
                  <a:ext uri="{0D108BD9-81ED-4DB2-BD59-A6C34878D82A}">
                    <a16:rowId xmlns:a16="http://schemas.microsoft.com/office/drawing/2014/main" val="3984684386"/>
                  </a:ext>
                </a:extLst>
              </a:tr>
              <a:tr h="264481">
                <a:tc>
                  <a:txBody>
                    <a:bodyPr/>
                    <a:lstStyle/>
                    <a:p>
                      <a:pPr>
                        <a:buNone/>
                      </a:pPr>
                      <a:r>
                        <a:rPr lang="en-IN" sz="1000" b="1"/>
                        <a:t>Split</a:t>
                      </a:r>
                      <a:endParaRPr lang="en-IN" sz="1000"/>
                    </a:p>
                  </a:txBody>
                  <a:tcPr marL="50015" marR="50015" marT="25008" marB="25008" anchor="ctr">
                    <a:lnL>
                      <a:noFill/>
                    </a:lnL>
                    <a:lnR>
                      <a:noFill/>
                    </a:lnR>
                    <a:lnT>
                      <a:noFill/>
                    </a:lnT>
                    <a:lnB>
                      <a:noFill/>
                    </a:lnB>
                    <a:noFill/>
                  </a:tcPr>
                </a:tc>
                <a:tc>
                  <a:txBody>
                    <a:bodyPr/>
                    <a:lstStyle/>
                    <a:p>
                      <a:pPr>
                        <a:buNone/>
                      </a:pPr>
                      <a:r>
                        <a:rPr lang="en-IN" sz="1000">
                          <a:latin typeface="Courier New" panose="02070309020205020404" pitchFamily="49" charset="0"/>
                        </a:rPr>
                        <a:t>text.split()</a:t>
                      </a:r>
                      <a:endParaRPr lang="en-IN" sz="1000"/>
                    </a:p>
                  </a:txBody>
                  <a:tcPr marL="50015" marR="50015" marT="25008" marB="25008" anchor="ctr">
                    <a:lnL>
                      <a:noFill/>
                    </a:lnL>
                    <a:lnR>
                      <a:noFill/>
                    </a:lnR>
                    <a:lnT>
                      <a:noFill/>
                    </a:lnT>
                    <a:lnB>
                      <a:noFill/>
                    </a:lnB>
                    <a:noFill/>
                  </a:tcPr>
                </a:tc>
                <a:tc>
                  <a:txBody>
                    <a:bodyPr/>
                    <a:lstStyle/>
                    <a:p>
                      <a:pPr>
                        <a:buNone/>
                      </a:pPr>
                      <a:r>
                        <a:rPr lang="en-US" sz="1000"/>
                        <a:t>Splits string into a list of words</a:t>
                      </a:r>
                    </a:p>
                  </a:txBody>
                  <a:tcPr marL="50015" marR="50015" marT="25008" marB="25008" anchor="ctr">
                    <a:lnL>
                      <a:noFill/>
                    </a:lnL>
                    <a:lnR>
                      <a:noFill/>
                    </a:lnR>
                    <a:lnT>
                      <a:noFill/>
                    </a:lnT>
                    <a:lnB>
                      <a:noFill/>
                    </a:lnB>
                    <a:noFill/>
                  </a:tcPr>
                </a:tc>
                <a:extLst>
                  <a:ext uri="{0D108BD9-81ED-4DB2-BD59-A6C34878D82A}">
                    <a16:rowId xmlns:a16="http://schemas.microsoft.com/office/drawing/2014/main" val="1492137237"/>
                  </a:ext>
                </a:extLst>
              </a:tr>
              <a:tr h="378081">
                <a:tc>
                  <a:txBody>
                    <a:bodyPr/>
                    <a:lstStyle/>
                    <a:p>
                      <a:pPr>
                        <a:buNone/>
                      </a:pPr>
                      <a:r>
                        <a:rPr lang="en-IN" sz="1000" b="1"/>
                        <a:t>Join</a:t>
                      </a:r>
                      <a:endParaRPr lang="en-IN" sz="1000"/>
                    </a:p>
                  </a:txBody>
                  <a:tcPr marL="50015" marR="50015" marT="25008" marB="25008" anchor="ctr">
                    <a:lnL>
                      <a:noFill/>
                    </a:lnL>
                    <a:lnR>
                      <a:noFill/>
                    </a:lnR>
                    <a:lnT>
                      <a:noFill/>
                    </a:lnT>
                    <a:lnB>
                      <a:noFill/>
                    </a:lnB>
                    <a:noFill/>
                  </a:tcPr>
                </a:tc>
                <a:tc>
                  <a:txBody>
                    <a:bodyPr/>
                    <a:lstStyle/>
                    <a:p>
                      <a:pPr>
                        <a:buNone/>
                      </a:pPr>
                      <a:r>
                        <a:rPr lang="en-IN" sz="1000">
                          <a:latin typeface="Courier New" panose="02070309020205020404" pitchFamily="49" charset="0"/>
                        </a:rPr>
                        <a:t>" ".join(list_of_words)</a:t>
                      </a:r>
                      <a:endParaRPr lang="en-IN" sz="1000"/>
                    </a:p>
                  </a:txBody>
                  <a:tcPr marL="50015" marR="50015" marT="25008" marB="25008" anchor="ctr">
                    <a:lnL>
                      <a:noFill/>
                    </a:lnL>
                    <a:lnR>
                      <a:noFill/>
                    </a:lnR>
                    <a:lnT>
                      <a:noFill/>
                    </a:lnT>
                    <a:lnB>
                      <a:noFill/>
                    </a:lnB>
                    <a:noFill/>
                  </a:tcPr>
                </a:tc>
                <a:tc>
                  <a:txBody>
                    <a:bodyPr/>
                    <a:lstStyle/>
                    <a:p>
                      <a:pPr>
                        <a:buNone/>
                      </a:pPr>
                      <a:r>
                        <a:rPr lang="en-US" sz="1000"/>
                        <a:t>Joins list elements into a single string</a:t>
                      </a:r>
                    </a:p>
                  </a:txBody>
                  <a:tcPr marL="50015" marR="50015" marT="25008" marB="25008" anchor="ctr">
                    <a:lnL>
                      <a:noFill/>
                    </a:lnL>
                    <a:lnR>
                      <a:noFill/>
                    </a:lnR>
                    <a:lnT>
                      <a:noFill/>
                    </a:lnT>
                    <a:lnB>
                      <a:noFill/>
                    </a:lnB>
                    <a:noFill/>
                  </a:tcPr>
                </a:tc>
                <a:extLst>
                  <a:ext uri="{0D108BD9-81ED-4DB2-BD59-A6C34878D82A}">
                    <a16:rowId xmlns:a16="http://schemas.microsoft.com/office/drawing/2014/main" val="1984739520"/>
                  </a:ext>
                </a:extLst>
              </a:tr>
              <a:tr h="264481">
                <a:tc>
                  <a:txBody>
                    <a:bodyPr/>
                    <a:lstStyle/>
                    <a:p>
                      <a:pPr>
                        <a:buNone/>
                      </a:pPr>
                      <a:r>
                        <a:rPr lang="en-IN" sz="1000" b="1"/>
                        <a:t>Find</a:t>
                      </a:r>
                      <a:endParaRPr lang="en-IN" sz="1000"/>
                    </a:p>
                  </a:txBody>
                  <a:tcPr marL="50015" marR="50015" marT="25008" marB="25008" anchor="ctr">
                    <a:lnL>
                      <a:noFill/>
                    </a:lnL>
                    <a:lnR>
                      <a:noFill/>
                    </a:lnR>
                    <a:lnT>
                      <a:noFill/>
                    </a:lnT>
                    <a:lnB>
                      <a:noFill/>
                    </a:lnB>
                    <a:noFill/>
                  </a:tcPr>
                </a:tc>
                <a:tc>
                  <a:txBody>
                    <a:bodyPr/>
                    <a:lstStyle/>
                    <a:p>
                      <a:pPr>
                        <a:buNone/>
                      </a:pPr>
                      <a:r>
                        <a:rPr lang="en-IN" sz="1000">
                          <a:latin typeface="Courier New" panose="02070309020205020404" pitchFamily="49" charset="0"/>
                        </a:rPr>
                        <a:t>text.find("word")</a:t>
                      </a:r>
                      <a:endParaRPr lang="en-IN" sz="1000"/>
                    </a:p>
                  </a:txBody>
                  <a:tcPr marL="50015" marR="50015" marT="25008" marB="25008" anchor="ctr">
                    <a:lnL>
                      <a:noFill/>
                    </a:lnL>
                    <a:lnR>
                      <a:noFill/>
                    </a:lnR>
                    <a:lnT>
                      <a:noFill/>
                    </a:lnT>
                    <a:lnB>
                      <a:noFill/>
                    </a:lnB>
                    <a:noFill/>
                  </a:tcPr>
                </a:tc>
                <a:tc>
                  <a:txBody>
                    <a:bodyPr/>
                    <a:lstStyle/>
                    <a:p>
                      <a:pPr>
                        <a:buNone/>
                      </a:pPr>
                      <a:r>
                        <a:rPr lang="en-US" sz="1000"/>
                        <a:t>Returns index of first occurrence</a:t>
                      </a:r>
                    </a:p>
                  </a:txBody>
                  <a:tcPr marL="50015" marR="50015" marT="25008" marB="25008" anchor="ctr">
                    <a:lnL>
                      <a:noFill/>
                    </a:lnL>
                    <a:lnR>
                      <a:noFill/>
                    </a:lnR>
                    <a:lnT>
                      <a:noFill/>
                    </a:lnT>
                    <a:lnB>
                      <a:noFill/>
                    </a:lnB>
                    <a:noFill/>
                  </a:tcPr>
                </a:tc>
                <a:extLst>
                  <a:ext uri="{0D108BD9-81ED-4DB2-BD59-A6C34878D82A}">
                    <a16:rowId xmlns:a16="http://schemas.microsoft.com/office/drawing/2014/main" val="3803079616"/>
                  </a:ext>
                </a:extLst>
              </a:tr>
              <a:tr h="264481">
                <a:tc>
                  <a:txBody>
                    <a:bodyPr/>
                    <a:lstStyle/>
                    <a:p>
                      <a:pPr>
                        <a:buNone/>
                      </a:pPr>
                      <a:r>
                        <a:rPr lang="en-IN" sz="1000" b="1"/>
                        <a:t>Count</a:t>
                      </a:r>
                      <a:endParaRPr lang="en-IN" sz="1000"/>
                    </a:p>
                  </a:txBody>
                  <a:tcPr marL="50015" marR="50015" marT="25008" marB="25008" anchor="ctr">
                    <a:lnL>
                      <a:noFill/>
                    </a:lnL>
                    <a:lnR>
                      <a:noFill/>
                    </a:lnR>
                    <a:lnT>
                      <a:noFill/>
                    </a:lnT>
                    <a:lnB>
                      <a:noFill/>
                    </a:lnB>
                    <a:noFill/>
                  </a:tcPr>
                </a:tc>
                <a:tc>
                  <a:txBody>
                    <a:bodyPr/>
                    <a:lstStyle/>
                    <a:p>
                      <a:pPr>
                        <a:buNone/>
                      </a:pPr>
                      <a:r>
                        <a:rPr lang="en-IN" sz="1000">
                          <a:latin typeface="Courier New" panose="02070309020205020404" pitchFamily="49" charset="0"/>
                        </a:rPr>
                        <a:t>text.count("a")</a:t>
                      </a:r>
                      <a:endParaRPr lang="en-IN" sz="1000"/>
                    </a:p>
                  </a:txBody>
                  <a:tcPr marL="50015" marR="50015" marT="25008" marB="25008" anchor="ctr">
                    <a:lnL>
                      <a:noFill/>
                    </a:lnL>
                    <a:lnR>
                      <a:noFill/>
                    </a:lnR>
                    <a:lnT>
                      <a:noFill/>
                    </a:lnT>
                    <a:lnB>
                      <a:noFill/>
                    </a:lnB>
                    <a:noFill/>
                  </a:tcPr>
                </a:tc>
                <a:tc>
                  <a:txBody>
                    <a:bodyPr/>
                    <a:lstStyle/>
                    <a:p>
                      <a:pPr>
                        <a:buNone/>
                      </a:pPr>
                      <a:r>
                        <a:rPr lang="en-US" sz="1000"/>
                        <a:t>Counts occurrences of a substring</a:t>
                      </a:r>
                    </a:p>
                  </a:txBody>
                  <a:tcPr marL="50015" marR="50015" marT="25008" marB="25008" anchor="ctr">
                    <a:lnL>
                      <a:noFill/>
                    </a:lnL>
                    <a:lnR>
                      <a:noFill/>
                    </a:lnR>
                    <a:lnT>
                      <a:noFill/>
                    </a:lnT>
                    <a:lnB>
                      <a:noFill/>
                    </a:lnB>
                    <a:noFill/>
                  </a:tcPr>
                </a:tc>
                <a:extLst>
                  <a:ext uri="{0D108BD9-81ED-4DB2-BD59-A6C34878D82A}">
                    <a16:rowId xmlns:a16="http://schemas.microsoft.com/office/drawing/2014/main" val="3303539389"/>
                  </a:ext>
                </a:extLst>
              </a:tr>
              <a:tr h="279902">
                <a:tc>
                  <a:txBody>
                    <a:bodyPr/>
                    <a:lstStyle/>
                    <a:p>
                      <a:pPr>
                        <a:buNone/>
                      </a:pPr>
                      <a:r>
                        <a:rPr lang="en-IN" sz="1000" b="1"/>
                        <a:t>Startswith</a:t>
                      </a:r>
                      <a:endParaRPr lang="en-IN" sz="1000"/>
                    </a:p>
                  </a:txBody>
                  <a:tcPr marL="50015" marR="50015" marT="25008" marB="25008" anchor="ctr">
                    <a:lnL>
                      <a:noFill/>
                    </a:lnL>
                    <a:lnR>
                      <a:noFill/>
                    </a:lnR>
                    <a:lnT>
                      <a:noFill/>
                    </a:lnT>
                    <a:lnB>
                      <a:noFill/>
                    </a:lnB>
                    <a:noFill/>
                  </a:tcPr>
                </a:tc>
                <a:tc>
                  <a:txBody>
                    <a:bodyPr/>
                    <a:lstStyle/>
                    <a:p>
                      <a:pPr>
                        <a:buNone/>
                      </a:pPr>
                      <a:r>
                        <a:rPr lang="en-IN" sz="1000">
                          <a:latin typeface="Courier New" panose="02070309020205020404" pitchFamily="49" charset="0"/>
                        </a:rPr>
                        <a:t>text.startswith("Hello")</a:t>
                      </a:r>
                      <a:endParaRPr lang="en-IN" sz="1000"/>
                    </a:p>
                  </a:txBody>
                  <a:tcPr marL="50015" marR="50015" marT="25008" marB="25008" anchor="ctr">
                    <a:lnL>
                      <a:noFill/>
                    </a:lnL>
                    <a:lnR>
                      <a:noFill/>
                    </a:lnR>
                    <a:lnT>
                      <a:noFill/>
                    </a:lnT>
                    <a:lnB>
                      <a:noFill/>
                    </a:lnB>
                    <a:noFill/>
                  </a:tcPr>
                </a:tc>
                <a:tc>
                  <a:txBody>
                    <a:bodyPr/>
                    <a:lstStyle/>
                    <a:p>
                      <a:pPr>
                        <a:buNone/>
                      </a:pPr>
                      <a:r>
                        <a:rPr lang="en-US" sz="1000"/>
                        <a:t>Checks if string starts with given substring</a:t>
                      </a:r>
                    </a:p>
                  </a:txBody>
                  <a:tcPr marL="50015" marR="50015" marT="25008" marB="25008" anchor="ctr">
                    <a:lnL>
                      <a:noFill/>
                    </a:lnL>
                    <a:lnR>
                      <a:noFill/>
                    </a:lnR>
                    <a:lnT>
                      <a:noFill/>
                    </a:lnT>
                    <a:lnB>
                      <a:noFill/>
                    </a:lnB>
                    <a:noFill/>
                  </a:tcPr>
                </a:tc>
                <a:extLst>
                  <a:ext uri="{0D108BD9-81ED-4DB2-BD59-A6C34878D82A}">
                    <a16:rowId xmlns:a16="http://schemas.microsoft.com/office/drawing/2014/main" val="3144246133"/>
                  </a:ext>
                </a:extLst>
              </a:tr>
              <a:tr h="279902">
                <a:tc>
                  <a:txBody>
                    <a:bodyPr/>
                    <a:lstStyle/>
                    <a:p>
                      <a:pPr>
                        <a:buNone/>
                      </a:pPr>
                      <a:r>
                        <a:rPr lang="en-IN" sz="1000" b="1"/>
                        <a:t>Endswith</a:t>
                      </a:r>
                      <a:endParaRPr lang="en-IN" sz="1000"/>
                    </a:p>
                  </a:txBody>
                  <a:tcPr marL="50015" marR="50015" marT="25008" marB="25008" anchor="ctr">
                    <a:lnL>
                      <a:noFill/>
                    </a:lnL>
                    <a:lnR>
                      <a:noFill/>
                    </a:lnR>
                    <a:lnT>
                      <a:noFill/>
                    </a:lnT>
                    <a:lnB>
                      <a:noFill/>
                    </a:lnB>
                    <a:noFill/>
                  </a:tcPr>
                </a:tc>
                <a:tc>
                  <a:txBody>
                    <a:bodyPr/>
                    <a:lstStyle/>
                    <a:p>
                      <a:pPr>
                        <a:buNone/>
                      </a:pPr>
                      <a:r>
                        <a:rPr lang="en-IN" sz="1000">
                          <a:latin typeface="Courier New" panose="02070309020205020404" pitchFamily="49" charset="0"/>
                        </a:rPr>
                        <a:t>text.endswith("World")</a:t>
                      </a:r>
                      <a:endParaRPr lang="en-IN" sz="1000"/>
                    </a:p>
                  </a:txBody>
                  <a:tcPr marL="50015" marR="50015" marT="25008" marB="25008" anchor="ctr">
                    <a:lnL>
                      <a:noFill/>
                    </a:lnL>
                    <a:lnR>
                      <a:noFill/>
                    </a:lnR>
                    <a:lnT>
                      <a:noFill/>
                    </a:lnT>
                    <a:lnB>
                      <a:noFill/>
                    </a:lnB>
                    <a:noFill/>
                  </a:tcPr>
                </a:tc>
                <a:tc>
                  <a:txBody>
                    <a:bodyPr/>
                    <a:lstStyle/>
                    <a:p>
                      <a:pPr>
                        <a:buNone/>
                      </a:pPr>
                      <a:r>
                        <a:rPr lang="en-US" sz="1000"/>
                        <a:t>Checks if string ends with given substring</a:t>
                      </a:r>
                    </a:p>
                  </a:txBody>
                  <a:tcPr marL="50015" marR="50015" marT="25008" marB="25008" anchor="ctr">
                    <a:lnL>
                      <a:noFill/>
                    </a:lnL>
                    <a:lnR>
                      <a:noFill/>
                    </a:lnR>
                    <a:lnT>
                      <a:noFill/>
                    </a:lnT>
                    <a:lnB>
                      <a:noFill/>
                    </a:lnB>
                    <a:noFill/>
                  </a:tcPr>
                </a:tc>
                <a:extLst>
                  <a:ext uri="{0D108BD9-81ED-4DB2-BD59-A6C34878D82A}">
                    <a16:rowId xmlns:a16="http://schemas.microsoft.com/office/drawing/2014/main" val="1819289064"/>
                  </a:ext>
                </a:extLst>
              </a:tr>
              <a:tr h="264481">
                <a:tc>
                  <a:txBody>
                    <a:bodyPr/>
                    <a:lstStyle/>
                    <a:p>
                      <a:pPr>
                        <a:buNone/>
                      </a:pPr>
                      <a:r>
                        <a:rPr lang="en-IN" sz="1000" b="1"/>
                        <a:t>Isdigit</a:t>
                      </a:r>
                      <a:endParaRPr lang="en-IN" sz="1000"/>
                    </a:p>
                  </a:txBody>
                  <a:tcPr marL="50015" marR="50015" marT="25008" marB="25008" anchor="ctr">
                    <a:lnL>
                      <a:noFill/>
                    </a:lnL>
                    <a:lnR>
                      <a:noFill/>
                    </a:lnR>
                    <a:lnT>
                      <a:noFill/>
                    </a:lnT>
                    <a:lnB>
                      <a:noFill/>
                    </a:lnB>
                    <a:noFill/>
                  </a:tcPr>
                </a:tc>
                <a:tc>
                  <a:txBody>
                    <a:bodyPr/>
                    <a:lstStyle/>
                    <a:p>
                      <a:pPr>
                        <a:buNone/>
                      </a:pPr>
                      <a:r>
                        <a:rPr lang="en-IN" sz="1000">
                          <a:latin typeface="Courier New" panose="02070309020205020404" pitchFamily="49" charset="0"/>
                        </a:rPr>
                        <a:t>text.isdigit()</a:t>
                      </a:r>
                      <a:endParaRPr lang="en-IN" sz="1000"/>
                    </a:p>
                  </a:txBody>
                  <a:tcPr marL="50015" marR="50015" marT="25008" marB="25008" anchor="ctr">
                    <a:lnL>
                      <a:noFill/>
                    </a:lnL>
                    <a:lnR>
                      <a:noFill/>
                    </a:lnR>
                    <a:lnT>
                      <a:noFill/>
                    </a:lnT>
                    <a:lnB>
                      <a:noFill/>
                    </a:lnB>
                    <a:noFill/>
                  </a:tcPr>
                </a:tc>
                <a:tc>
                  <a:txBody>
                    <a:bodyPr/>
                    <a:lstStyle/>
                    <a:p>
                      <a:pPr>
                        <a:buNone/>
                      </a:pPr>
                      <a:r>
                        <a:rPr lang="en-US" sz="1000"/>
                        <a:t>Checks if string contains only digits</a:t>
                      </a:r>
                    </a:p>
                  </a:txBody>
                  <a:tcPr marL="50015" marR="50015" marT="25008" marB="25008" anchor="ctr">
                    <a:lnL>
                      <a:noFill/>
                    </a:lnL>
                    <a:lnR>
                      <a:noFill/>
                    </a:lnR>
                    <a:lnT>
                      <a:noFill/>
                    </a:lnT>
                    <a:lnB>
                      <a:noFill/>
                    </a:lnB>
                    <a:noFill/>
                  </a:tcPr>
                </a:tc>
                <a:extLst>
                  <a:ext uri="{0D108BD9-81ED-4DB2-BD59-A6C34878D82A}">
                    <a16:rowId xmlns:a16="http://schemas.microsoft.com/office/drawing/2014/main" val="558267397"/>
                  </a:ext>
                </a:extLst>
              </a:tr>
              <a:tr h="264481">
                <a:tc>
                  <a:txBody>
                    <a:bodyPr/>
                    <a:lstStyle/>
                    <a:p>
                      <a:pPr>
                        <a:buNone/>
                      </a:pPr>
                      <a:r>
                        <a:rPr lang="en-IN" sz="1000" b="1"/>
                        <a:t>Isalpha</a:t>
                      </a:r>
                      <a:endParaRPr lang="en-IN" sz="1000"/>
                    </a:p>
                  </a:txBody>
                  <a:tcPr marL="50015" marR="50015" marT="25008" marB="25008" anchor="ctr">
                    <a:lnL>
                      <a:noFill/>
                    </a:lnL>
                    <a:lnR>
                      <a:noFill/>
                    </a:lnR>
                    <a:lnT>
                      <a:noFill/>
                    </a:lnT>
                    <a:lnB>
                      <a:noFill/>
                    </a:lnB>
                    <a:noFill/>
                  </a:tcPr>
                </a:tc>
                <a:tc>
                  <a:txBody>
                    <a:bodyPr/>
                    <a:lstStyle/>
                    <a:p>
                      <a:pPr>
                        <a:buNone/>
                      </a:pPr>
                      <a:r>
                        <a:rPr lang="en-IN" sz="1000">
                          <a:latin typeface="Courier New" panose="02070309020205020404" pitchFamily="49" charset="0"/>
                        </a:rPr>
                        <a:t>text.isalpha()</a:t>
                      </a:r>
                      <a:endParaRPr lang="en-IN" sz="1000"/>
                    </a:p>
                  </a:txBody>
                  <a:tcPr marL="50015" marR="50015" marT="25008" marB="25008" anchor="ctr">
                    <a:lnL>
                      <a:noFill/>
                    </a:lnL>
                    <a:lnR>
                      <a:noFill/>
                    </a:lnR>
                    <a:lnT>
                      <a:noFill/>
                    </a:lnT>
                    <a:lnB>
                      <a:noFill/>
                    </a:lnB>
                    <a:noFill/>
                  </a:tcPr>
                </a:tc>
                <a:tc>
                  <a:txBody>
                    <a:bodyPr/>
                    <a:lstStyle/>
                    <a:p>
                      <a:pPr>
                        <a:buNone/>
                      </a:pPr>
                      <a:r>
                        <a:rPr lang="en-US" sz="1000" dirty="0"/>
                        <a:t>Checks if string contains only letters</a:t>
                      </a:r>
                    </a:p>
                  </a:txBody>
                  <a:tcPr marL="50015" marR="50015" marT="25008" marB="25008" anchor="ctr">
                    <a:lnL>
                      <a:noFill/>
                    </a:lnL>
                    <a:lnR>
                      <a:noFill/>
                    </a:lnR>
                    <a:lnT>
                      <a:noFill/>
                    </a:lnT>
                    <a:lnB>
                      <a:noFill/>
                    </a:lnB>
                    <a:noFill/>
                  </a:tcPr>
                </a:tc>
                <a:extLst>
                  <a:ext uri="{0D108BD9-81ED-4DB2-BD59-A6C34878D82A}">
                    <a16:rowId xmlns:a16="http://schemas.microsoft.com/office/drawing/2014/main" val="2027826644"/>
                  </a:ext>
                </a:extLst>
              </a:tr>
            </a:tbl>
          </a:graphicData>
        </a:graphic>
      </p:graphicFrame>
    </p:spTree>
    <p:extLst>
      <p:ext uri="{BB962C8B-B14F-4D97-AF65-F5344CB8AC3E}">
        <p14:creationId xmlns:p14="http://schemas.microsoft.com/office/powerpoint/2010/main" val="21202146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5F060-583E-BD41-E292-C30499B4ED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571432-E0A7-C49E-01A8-A8EAB8187308}"/>
              </a:ext>
            </a:extLst>
          </p:cNvPr>
          <p:cNvSpPr>
            <a:spLocks noGrp="1"/>
          </p:cNvSpPr>
          <p:nvPr>
            <p:ph type="title"/>
          </p:nvPr>
        </p:nvSpPr>
        <p:spPr/>
        <p:txBody>
          <a:bodyPr/>
          <a:lstStyle/>
          <a:p>
            <a:r>
              <a:rPr lang="en-IN" dirty="0"/>
              <a:t>Introduction to data structure</a:t>
            </a:r>
            <a:endParaRPr lang="en-US" dirty="0">
              <a:latin typeface="Frutiger LT Pro 55 Roman" panose="020B0602020204020204"/>
            </a:endParaRPr>
          </a:p>
        </p:txBody>
      </p:sp>
    </p:spTree>
    <p:extLst>
      <p:ext uri="{BB962C8B-B14F-4D97-AF65-F5344CB8AC3E}">
        <p14:creationId xmlns:p14="http://schemas.microsoft.com/office/powerpoint/2010/main" val="8706387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65E48BA-E949-803A-2ED3-CBC4B5FC87BB}"/>
              </a:ext>
            </a:extLst>
          </p:cNvPr>
          <p:cNvSpPr>
            <a:spLocks noGrp="1"/>
          </p:cNvSpPr>
          <p:nvPr>
            <p:ph type="body" sz="quarter" idx="13"/>
          </p:nvPr>
        </p:nvSpPr>
        <p:spPr/>
        <p:txBody>
          <a:bodyPr/>
          <a:lstStyle/>
          <a:p>
            <a:pPr marL="0" indent="0">
              <a:buNone/>
            </a:pPr>
            <a:r>
              <a:rPr lang="en-IN" dirty="0"/>
              <a:t>Python Data Structures</a:t>
            </a:r>
          </a:p>
          <a:p>
            <a:pPr marL="0" indent="0">
              <a:buNone/>
            </a:pPr>
            <a:endParaRPr lang="en-IN" dirty="0"/>
          </a:p>
        </p:txBody>
      </p:sp>
      <p:sp>
        <p:nvSpPr>
          <p:cNvPr id="3" name="Content Placeholder 2">
            <a:extLst>
              <a:ext uri="{FF2B5EF4-FFF2-40B4-BE49-F238E27FC236}">
                <a16:creationId xmlns:a16="http://schemas.microsoft.com/office/drawing/2014/main" id="{DD850829-A332-3E51-29CD-B7F96EC8C44B}"/>
              </a:ext>
            </a:extLst>
          </p:cNvPr>
          <p:cNvSpPr>
            <a:spLocks noGrp="1"/>
          </p:cNvSpPr>
          <p:nvPr>
            <p:ph idx="15"/>
          </p:nvPr>
        </p:nvSpPr>
        <p:spPr>
          <a:xfrm>
            <a:off x="533400" y="1168400"/>
            <a:ext cx="11125200" cy="5005388"/>
          </a:xfrm>
        </p:spPr>
        <p:txBody>
          <a:bodyPr>
            <a:normAutofit/>
          </a:bodyPr>
          <a:lstStyle/>
          <a:p>
            <a:r>
              <a:rPr lang="en-US" sz="2000" dirty="0">
                <a:latin typeface="Arial" panose="020B0604020202020204" pitchFamily="34" charset="0"/>
                <a:cs typeface="Arial" panose="020B0604020202020204" pitchFamily="34" charset="0"/>
              </a:rPr>
              <a:t>Data Structures</a:t>
            </a:r>
            <a:r>
              <a:rPr lang="en-US" sz="2000" b="0" dirty="0">
                <a:latin typeface="Arial" panose="020B0604020202020204" pitchFamily="34" charset="0"/>
                <a:cs typeface="Arial" panose="020B0604020202020204" pitchFamily="34" charset="0"/>
              </a:rPr>
              <a:t> are a way of organizing data so that it can be accessed more efficiently depending upon the situation. Data Structures are fundamentals of any programming language around which a program is built. Python helps to learn the fundamental of these data structures in a simpler way as compared to other programming languages.</a:t>
            </a:r>
          </a:p>
          <a:p>
            <a:pPr marL="0" indent="0">
              <a:buNone/>
            </a:pPr>
            <a:endParaRPr lang="en-US" sz="2000" dirty="0"/>
          </a:p>
          <a:p>
            <a:pPr marL="0" indent="0">
              <a:buNone/>
            </a:pPr>
            <a:endParaRPr lang="en-US" sz="2000" dirty="0"/>
          </a:p>
          <a:p>
            <a:pPr marL="0" indent="0">
              <a:buNone/>
            </a:pPr>
            <a:r>
              <a:rPr lang="en-US" sz="2000" dirty="0"/>
              <a:t> </a:t>
            </a:r>
            <a:endParaRPr lang="en-IN" sz="2000" dirty="0">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92B0060A-D9AB-6835-4C6D-3754F3DBF03E}"/>
              </a:ext>
            </a:extLst>
          </p:cNvPr>
          <p:cNvGraphicFramePr>
            <a:graphicFrameLocks noGrp="1"/>
          </p:cNvGraphicFramePr>
          <p:nvPr>
            <p:extLst>
              <p:ext uri="{D42A27DB-BD31-4B8C-83A1-F6EECF244321}">
                <p14:modId xmlns:p14="http://schemas.microsoft.com/office/powerpoint/2010/main" val="706905302"/>
              </p:ext>
            </p:extLst>
          </p:nvPr>
        </p:nvGraphicFramePr>
        <p:xfrm>
          <a:off x="1402079" y="3349360"/>
          <a:ext cx="8127999" cy="1737360"/>
        </p:xfrm>
        <a:graphic>
          <a:graphicData uri="http://schemas.openxmlformats.org/drawingml/2006/table">
            <a:tbl>
              <a:tblPr firstRow="1" bandRow="1">
                <a:tableStyleId>{F5AB1C69-6EDB-4FF4-983F-18BD219EF322}</a:tableStyleId>
              </a:tblPr>
              <a:tblGrid>
                <a:gridCol w="2709333">
                  <a:extLst>
                    <a:ext uri="{9D8B030D-6E8A-4147-A177-3AD203B41FA5}">
                      <a16:colId xmlns:a16="http://schemas.microsoft.com/office/drawing/2014/main" val="1022307414"/>
                    </a:ext>
                  </a:extLst>
                </a:gridCol>
                <a:gridCol w="2709333">
                  <a:extLst>
                    <a:ext uri="{9D8B030D-6E8A-4147-A177-3AD203B41FA5}">
                      <a16:colId xmlns:a16="http://schemas.microsoft.com/office/drawing/2014/main" val="109004483"/>
                    </a:ext>
                  </a:extLst>
                </a:gridCol>
                <a:gridCol w="2709333">
                  <a:extLst>
                    <a:ext uri="{9D8B030D-6E8A-4147-A177-3AD203B41FA5}">
                      <a16:colId xmlns:a16="http://schemas.microsoft.com/office/drawing/2014/main" val="2278281208"/>
                    </a:ext>
                  </a:extLst>
                </a:gridCol>
              </a:tblGrid>
              <a:tr h="590974">
                <a:tc>
                  <a:txBody>
                    <a:bodyPr/>
                    <a:lstStyle/>
                    <a:p>
                      <a:pPr marL="0" indent="0" algn="ctr">
                        <a:buFont typeface="Arial" panose="020B0604020202020204" pitchFamily="34" charset="0"/>
                        <a:buNone/>
                      </a:pPr>
                      <a:r>
                        <a:rPr lang="en-US" sz="1800" dirty="0"/>
                        <a:t>List</a:t>
                      </a:r>
                    </a:p>
                    <a:p>
                      <a:pPr marL="0" indent="0" algn="ctr">
                        <a:buFont typeface="Arial" panose="020B0604020202020204" pitchFamily="34" charset="0"/>
                        <a:buNone/>
                      </a:pPr>
                      <a:r>
                        <a:rPr lang="en-US" sz="1800" dirty="0"/>
                        <a:t>Tuple</a:t>
                      </a:r>
                    </a:p>
                    <a:p>
                      <a:pPr marL="0" indent="0" algn="ctr">
                        <a:buFont typeface="Arial" panose="020B0604020202020204" pitchFamily="34" charset="0"/>
                        <a:buNone/>
                      </a:pPr>
                      <a:r>
                        <a:rPr lang="en-US" sz="1800" dirty="0"/>
                        <a:t>Set</a:t>
                      </a:r>
                    </a:p>
                    <a:p>
                      <a:pPr marL="0" indent="0" algn="ctr">
                        <a:buFont typeface="Arial" panose="020B0604020202020204" pitchFamily="34" charset="0"/>
                        <a:buNone/>
                      </a:pPr>
                      <a:r>
                        <a:rPr lang="en-US" sz="1800" dirty="0"/>
                        <a:t>Dictionary</a:t>
                      </a:r>
                    </a:p>
                    <a:p>
                      <a:pPr marL="0" indent="0" algn="ctr">
                        <a:buFont typeface="Arial" panose="020B0604020202020204" pitchFamily="34" charset="0"/>
                        <a:buNone/>
                      </a:pPr>
                      <a:endParaRPr lang="en-IN" dirty="0"/>
                    </a:p>
                  </a:txBody>
                  <a:tcPr/>
                </a:tc>
                <a:tc>
                  <a:txBody>
                    <a:bodyPr/>
                    <a:lstStyle/>
                    <a:p>
                      <a:pPr marL="0" indent="0" algn="ctr">
                        <a:buFont typeface="Arial" panose="020B0604020202020204" pitchFamily="34" charset="0"/>
                        <a:buNone/>
                      </a:pPr>
                      <a:r>
                        <a:rPr lang="en-US" dirty="0"/>
                        <a:t>deque</a:t>
                      </a:r>
                    </a:p>
                    <a:p>
                      <a:pPr marL="0" indent="0" algn="ctr">
                        <a:buFont typeface="Arial" panose="020B0604020202020204" pitchFamily="34" charset="0"/>
                        <a:buNone/>
                      </a:pPr>
                      <a:r>
                        <a:rPr lang="en-US" dirty="0"/>
                        <a:t>Counter</a:t>
                      </a:r>
                    </a:p>
                    <a:p>
                      <a:pPr marL="0" indent="0" algn="ctr">
                        <a:buFont typeface="Arial" panose="020B0604020202020204" pitchFamily="34" charset="0"/>
                        <a:buNone/>
                      </a:pPr>
                      <a:r>
                        <a:rPr lang="en-US" dirty="0" err="1"/>
                        <a:t>OrderedDict</a:t>
                      </a:r>
                      <a:endParaRPr lang="en-US" dirty="0"/>
                    </a:p>
                    <a:p>
                      <a:pPr marL="0" indent="0" algn="ctr">
                        <a:buFont typeface="Arial" panose="020B0604020202020204" pitchFamily="34" charset="0"/>
                        <a:buNone/>
                      </a:pPr>
                      <a:r>
                        <a:rPr lang="en-US" dirty="0" err="1"/>
                        <a:t>defaultdict</a:t>
                      </a:r>
                      <a:endParaRPr lang="en-US" dirty="0"/>
                    </a:p>
                    <a:p>
                      <a:pPr marL="0" indent="0" algn="ctr">
                        <a:buFont typeface="Arial" panose="020B0604020202020204" pitchFamily="34" charset="0"/>
                        <a:buNone/>
                      </a:pPr>
                      <a:r>
                        <a:rPr lang="en-US" dirty="0" err="1"/>
                        <a:t>namedtuple</a:t>
                      </a:r>
                      <a:endParaRPr lang="en-US" dirty="0"/>
                    </a:p>
                    <a:p>
                      <a:pPr marL="0" indent="0" algn="ctr">
                        <a:buFont typeface="Arial" panose="020B0604020202020204" pitchFamily="34" charset="0"/>
                        <a:buNone/>
                      </a:pPr>
                      <a:endParaRPr lang="en-IN" dirty="0"/>
                    </a:p>
                  </a:txBody>
                  <a:tcPr/>
                </a:tc>
                <a:tc>
                  <a:txBody>
                    <a:bodyPr/>
                    <a:lstStyle/>
                    <a:p>
                      <a:pPr marL="0" indent="0" algn="ctr">
                        <a:buFont typeface="Arial" panose="020B0604020202020204" pitchFamily="34" charset="0"/>
                        <a:buNone/>
                      </a:pPr>
                      <a:r>
                        <a:rPr lang="en-IN" dirty="0"/>
                        <a:t>Queue </a:t>
                      </a:r>
                      <a:r>
                        <a:rPr lang="en-IN" dirty="0" err="1"/>
                        <a:t>LifoQueue</a:t>
                      </a:r>
                      <a:r>
                        <a:rPr lang="en-IN" dirty="0"/>
                        <a:t> </a:t>
                      </a:r>
                      <a:r>
                        <a:rPr lang="en-IN" dirty="0" err="1"/>
                        <a:t>PriorityQueue</a:t>
                      </a:r>
                      <a:endParaRPr lang="en-IN" dirty="0"/>
                    </a:p>
                    <a:p>
                      <a:pPr marL="0" indent="0" algn="ctr">
                        <a:buFont typeface="Arial" panose="020B0604020202020204" pitchFamily="34" charset="0"/>
                        <a:buNone/>
                      </a:pPr>
                      <a:r>
                        <a:rPr lang="en-IN" dirty="0"/>
                        <a:t>heap (min-heap)</a:t>
                      </a:r>
                    </a:p>
                    <a:p>
                      <a:pPr marL="0" indent="0" algn="ctr">
                        <a:buFont typeface="Arial" panose="020B0604020202020204" pitchFamily="34" charset="0"/>
                        <a:buNone/>
                      </a:pPr>
                      <a:r>
                        <a:rPr lang="en-IN" dirty="0"/>
                        <a:t>array</a:t>
                      </a:r>
                    </a:p>
                  </a:txBody>
                  <a:tcPr/>
                </a:tc>
                <a:extLst>
                  <a:ext uri="{0D108BD9-81ED-4DB2-BD59-A6C34878D82A}">
                    <a16:rowId xmlns:a16="http://schemas.microsoft.com/office/drawing/2014/main" val="3468743159"/>
                  </a:ext>
                </a:extLst>
              </a:tr>
            </a:tbl>
          </a:graphicData>
        </a:graphic>
      </p:graphicFrame>
      <p:graphicFrame>
        <p:nvGraphicFramePr>
          <p:cNvPr id="5" name="Table 4">
            <a:extLst>
              <a:ext uri="{FF2B5EF4-FFF2-40B4-BE49-F238E27FC236}">
                <a16:creationId xmlns:a16="http://schemas.microsoft.com/office/drawing/2014/main" id="{D41BD2CB-4999-E0A0-3E25-FD3CEDAF5723}"/>
              </a:ext>
            </a:extLst>
          </p:cNvPr>
          <p:cNvGraphicFramePr>
            <a:graphicFrameLocks noGrp="1"/>
          </p:cNvGraphicFramePr>
          <p:nvPr>
            <p:extLst>
              <p:ext uri="{D42A27DB-BD31-4B8C-83A1-F6EECF244321}">
                <p14:modId xmlns:p14="http://schemas.microsoft.com/office/powerpoint/2010/main" val="2063112781"/>
              </p:ext>
            </p:extLst>
          </p:nvPr>
        </p:nvGraphicFramePr>
        <p:xfrm>
          <a:off x="1402079" y="2709280"/>
          <a:ext cx="8127999" cy="640080"/>
        </p:xfrm>
        <a:graphic>
          <a:graphicData uri="http://schemas.openxmlformats.org/drawingml/2006/table">
            <a:tbl>
              <a:tblPr firstRow="1" bandRow="1">
                <a:tableStyleId>{F5AB1C69-6EDB-4FF4-983F-18BD219EF322}</a:tableStyleId>
              </a:tblPr>
              <a:tblGrid>
                <a:gridCol w="2709333">
                  <a:extLst>
                    <a:ext uri="{9D8B030D-6E8A-4147-A177-3AD203B41FA5}">
                      <a16:colId xmlns:a16="http://schemas.microsoft.com/office/drawing/2014/main" val="4194581456"/>
                    </a:ext>
                  </a:extLst>
                </a:gridCol>
                <a:gridCol w="2709333">
                  <a:extLst>
                    <a:ext uri="{9D8B030D-6E8A-4147-A177-3AD203B41FA5}">
                      <a16:colId xmlns:a16="http://schemas.microsoft.com/office/drawing/2014/main" val="2864623294"/>
                    </a:ext>
                  </a:extLst>
                </a:gridCol>
                <a:gridCol w="2709333">
                  <a:extLst>
                    <a:ext uri="{9D8B030D-6E8A-4147-A177-3AD203B41FA5}">
                      <a16:colId xmlns:a16="http://schemas.microsoft.com/office/drawing/2014/main" val="5883331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Built-in:                           </a:t>
                      </a:r>
                    </a:p>
                    <a:p>
                      <a:pPr algn="ct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Collection module:</a:t>
                      </a:r>
                    </a:p>
                    <a:p>
                      <a:pPr algn="ctr"/>
                      <a:endParaRPr lang="en-IN" dirty="0"/>
                    </a:p>
                  </a:txBody>
                  <a:tcPr/>
                </a:tc>
                <a:tc>
                  <a:txBody>
                    <a:bodyPr/>
                    <a:lstStyle/>
                    <a:p>
                      <a:pPr algn="ctr"/>
                      <a:r>
                        <a:rPr lang="en-US" dirty="0"/>
                        <a:t>Others</a:t>
                      </a:r>
                      <a:endParaRPr lang="en-IN" dirty="0"/>
                    </a:p>
                  </a:txBody>
                  <a:tcPr/>
                </a:tc>
                <a:extLst>
                  <a:ext uri="{0D108BD9-81ED-4DB2-BD59-A6C34878D82A}">
                    <a16:rowId xmlns:a16="http://schemas.microsoft.com/office/drawing/2014/main" val="1961126034"/>
                  </a:ext>
                </a:extLst>
              </a:tr>
            </a:tbl>
          </a:graphicData>
        </a:graphic>
      </p:graphicFrame>
    </p:spTree>
    <p:extLst>
      <p:ext uri="{BB962C8B-B14F-4D97-AF65-F5344CB8AC3E}">
        <p14:creationId xmlns:p14="http://schemas.microsoft.com/office/powerpoint/2010/main" val="26633498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B44D3-DC22-4EE4-A4FE-54669369A8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08605-D185-43CD-7214-AA9D6CEF46DD}"/>
              </a:ext>
            </a:extLst>
          </p:cNvPr>
          <p:cNvSpPr>
            <a:spLocks noGrp="1"/>
          </p:cNvSpPr>
          <p:nvPr>
            <p:ph type="title"/>
          </p:nvPr>
        </p:nvSpPr>
        <p:spPr/>
        <p:txBody>
          <a:bodyPr/>
          <a:lstStyle/>
          <a:p>
            <a:r>
              <a:rPr lang="en-IN" dirty="0"/>
              <a:t>Data structure - List</a:t>
            </a:r>
            <a:endParaRPr lang="en-US" dirty="0">
              <a:latin typeface="Frutiger LT Pro 55 Roman" panose="020B0602020204020204"/>
            </a:endParaRPr>
          </a:p>
        </p:txBody>
      </p:sp>
    </p:spTree>
    <p:extLst>
      <p:ext uri="{BB962C8B-B14F-4D97-AF65-F5344CB8AC3E}">
        <p14:creationId xmlns:p14="http://schemas.microsoft.com/office/powerpoint/2010/main" val="4418788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687546B-6D31-F839-97DC-2E85BED15A65}"/>
              </a:ext>
            </a:extLst>
          </p:cNvPr>
          <p:cNvSpPr>
            <a:spLocks noGrp="1"/>
          </p:cNvSpPr>
          <p:nvPr>
            <p:ph type="body" sz="quarter" idx="13"/>
          </p:nvPr>
        </p:nvSpPr>
        <p:spPr/>
        <p:txBody>
          <a:bodyPr/>
          <a:lstStyle/>
          <a:p>
            <a:pPr marL="0" indent="0">
              <a:buNone/>
            </a:pPr>
            <a:r>
              <a:rPr lang="en-US" dirty="0"/>
              <a:t>Lists</a:t>
            </a:r>
            <a:endParaRPr lang="en-IN" dirty="0"/>
          </a:p>
        </p:txBody>
      </p:sp>
      <p:sp>
        <p:nvSpPr>
          <p:cNvPr id="3" name="Content Placeholder 2">
            <a:extLst>
              <a:ext uri="{FF2B5EF4-FFF2-40B4-BE49-F238E27FC236}">
                <a16:creationId xmlns:a16="http://schemas.microsoft.com/office/drawing/2014/main" id="{393D8F3A-D556-2B03-4BE8-CC91880334D6}"/>
              </a:ext>
            </a:extLst>
          </p:cNvPr>
          <p:cNvSpPr>
            <a:spLocks noGrp="1"/>
          </p:cNvSpPr>
          <p:nvPr>
            <p:ph idx="15"/>
          </p:nvPr>
        </p:nvSpPr>
        <p:spPr>
          <a:xfrm>
            <a:off x="533400" y="1209040"/>
            <a:ext cx="11125200" cy="4964748"/>
          </a:xfrm>
        </p:spPr>
        <p:txBody>
          <a:bodyPr>
            <a:normAutofit/>
          </a:bodyPr>
          <a:lstStyle/>
          <a:p>
            <a:r>
              <a:rPr lang="en-US" sz="2000" dirty="0">
                <a:latin typeface="Arial" panose="020B0604020202020204" pitchFamily="34" charset="0"/>
                <a:cs typeface="Arial" panose="020B0604020202020204" pitchFamily="34" charset="0"/>
              </a:rPr>
              <a:t>Python Lists are just like the arrays, declared in other languages which is an ordered collection of data. It is very flexible as the items in a list do not need to be of the same type.</a:t>
            </a:r>
          </a:p>
        </p:txBody>
      </p:sp>
      <p:pic>
        <p:nvPicPr>
          <p:cNvPr id="5" name="Picture 4">
            <a:extLst>
              <a:ext uri="{FF2B5EF4-FFF2-40B4-BE49-F238E27FC236}">
                <a16:creationId xmlns:a16="http://schemas.microsoft.com/office/drawing/2014/main" id="{EA48C0C9-D3B5-51F8-EDC7-F4F81C817754}"/>
              </a:ext>
            </a:extLst>
          </p:cNvPr>
          <p:cNvPicPr>
            <a:picLocks noChangeAspect="1"/>
          </p:cNvPicPr>
          <p:nvPr/>
        </p:nvPicPr>
        <p:blipFill>
          <a:blip r:embed="rId2"/>
          <a:stretch>
            <a:fillRect/>
          </a:stretch>
        </p:blipFill>
        <p:spPr>
          <a:xfrm>
            <a:off x="2595716" y="2584098"/>
            <a:ext cx="6350326" cy="1943200"/>
          </a:xfrm>
          <a:prstGeom prst="rect">
            <a:avLst/>
          </a:prstGeom>
        </p:spPr>
      </p:pic>
    </p:spTree>
    <p:extLst>
      <p:ext uri="{BB962C8B-B14F-4D97-AF65-F5344CB8AC3E}">
        <p14:creationId xmlns:p14="http://schemas.microsoft.com/office/powerpoint/2010/main" val="25343904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5F3E0FA-4B07-6C42-F25E-27DBB279E30B}"/>
              </a:ext>
            </a:extLst>
          </p:cNvPr>
          <p:cNvSpPr>
            <a:spLocks noGrp="1"/>
          </p:cNvSpPr>
          <p:nvPr>
            <p:ph type="body" sz="quarter" idx="13"/>
          </p:nvPr>
        </p:nvSpPr>
        <p:spPr/>
        <p:txBody>
          <a:bodyPr/>
          <a:lstStyle/>
          <a:p>
            <a:pPr marL="0" indent="0">
              <a:buNone/>
            </a:pPr>
            <a:r>
              <a:rPr lang="en-US" dirty="0"/>
              <a:t>Operations of List </a:t>
            </a:r>
            <a:endParaRPr lang="en-IN" dirty="0"/>
          </a:p>
        </p:txBody>
      </p:sp>
      <p:graphicFrame>
        <p:nvGraphicFramePr>
          <p:cNvPr id="4" name="Content Placeholder 3">
            <a:extLst>
              <a:ext uri="{FF2B5EF4-FFF2-40B4-BE49-F238E27FC236}">
                <a16:creationId xmlns:a16="http://schemas.microsoft.com/office/drawing/2014/main" id="{19E41AD2-C2FA-A654-C535-7B30ED951864}"/>
              </a:ext>
            </a:extLst>
          </p:cNvPr>
          <p:cNvGraphicFramePr>
            <a:graphicFrameLocks noGrp="1"/>
          </p:cNvGraphicFramePr>
          <p:nvPr>
            <p:ph idx="15"/>
            <p:extLst>
              <p:ext uri="{D42A27DB-BD31-4B8C-83A1-F6EECF244321}">
                <p14:modId xmlns:p14="http://schemas.microsoft.com/office/powerpoint/2010/main" val="2968301696"/>
              </p:ext>
            </p:extLst>
          </p:nvPr>
        </p:nvGraphicFramePr>
        <p:xfrm>
          <a:off x="1573343" y="1380611"/>
          <a:ext cx="8647617" cy="4351344"/>
        </p:xfrm>
        <a:graphic>
          <a:graphicData uri="http://schemas.openxmlformats.org/drawingml/2006/table">
            <a:tbl>
              <a:tblPr/>
              <a:tblGrid>
                <a:gridCol w="2882539">
                  <a:extLst>
                    <a:ext uri="{9D8B030D-6E8A-4147-A177-3AD203B41FA5}">
                      <a16:colId xmlns:a16="http://schemas.microsoft.com/office/drawing/2014/main" val="1894213948"/>
                    </a:ext>
                  </a:extLst>
                </a:gridCol>
                <a:gridCol w="2882539">
                  <a:extLst>
                    <a:ext uri="{9D8B030D-6E8A-4147-A177-3AD203B41FA5}">
                      <a16:colId xmlns:a16="http://schemas.microsoft.com/office/drawing/2014/main" val="1968461628"/>
                    </a:ext>
                  </a:extLst>
                </a:gridCol>
                <a:gridCol w="2882539">
                  <a:extLst>
                    <a:ext uri="{9D8B030D-6E8A-4147-A177-3AD203B41FA5}">
                      <a16:colId xmlns:a16="http://schemas.microsoft.com/office/drawing/2014/main" val="2125208812"/>
                    </a:ext>
                  </a:extLst>
                </a:gridCol>
              </a:tblGrid>
              <a:tr h="226044">
                <a:tc>
                  <a:txBody>
                    <a:bodyPr/>
                    <a:lstStyle/>
                    <a:p>
                      <a:pPr>
                        <a:buNone/>
                      </a:pPr>
                      <a:r>
                        <a:rPr lang="en-IN" sz="1100" b="1"/>
                        <a:t>Operation</a:t>
                      </a:r>
                      <a:endParaRPr lang="en-IN" sz="1100"/>
                    </a:p>
                  </a:txBody>
                  <a:tcPr marL="56511" marR="56511" marT="28255" marB="28255" anchor="ctr">
                    <a:lnL>
                      <a:noFill/>
                    </a:lnL>
                    <a:lnR>
                      <a:noFill/>
                    </a:lnR>
                    <a:lnT>
                      <a:noFill/>
                    </a:lnT>
                    <a:lnB>
                      <a:noFill/>
                    </a:lnB>
                    <a:noFill/>
                  </a:tcPr>
                </a:tc>
                <a:tc>
                  <a:txBody>
                    <a:bodyPr/>
                    <a:lstStyle/>
                    <a:p>
                      <a:pPr>
                        <a:buNone/>
                      </a:pPr>
                      <a:r>
                        <a:rPr lang="en-IN" sz="1100" b="1"/>
                        <a:t>Syntax / Method</a:t>
                      </a:r>
                      <a:endParaRPr lang="en-IN" sz="1100"/>
                    </a:p>
                  </a:txBody>
                  <a:tcPr marL="56511" marR="56511" marT="28255" marB="28255" anchor="ctr">
                    <a:lnL>
                      <a:noFill/>
                    </a:lnL>
                    <a:lnR>
                      <a:noFill/>
                    </a:lnR>
                    <a:lnT>
                      <a:noFill/>
                    </a:lnT>
                    <a:lnB>
                      <a:noFill/>
                    </a:lnB>
                    <a:noFill/>
                  </a:tcPr>
                </a:tc>
                <a:tc>
                  <a:txBody>
                    <a:bodyPr/>
                    <a:lstStyle/>
                    <a:p>
                      <a:pPr>
                        <a:buNone/>
                      </a:pPr>
                      <a:r>
                        <a:rPr lang="en-IN" sz="1100" b="1"/>
                        <a:t>Description</a:t>
                      </a:r>
                      <a:endParaRPr lang="en-IN" sz="1100"/>
                    </a:p>
                  </a:txBody>
                  <a:tcPr marL="56511" marR="56511" marT="28255" marB="28255" anchor="ctr">
                    <a:lnL>
                      <a:noFill/>
                    </a:lnL>
                    <a:lnR>
                      <a:noFill/>
                    </a:lnR>
                    <a:lnT>
                      <a:noFill/>
                    </a:lnT>
                    <a:lnB>
                      <a:noFill/>
                    </a:lnB>
                    <a:noFill/>
                  </a:tcPr>
                </a:tc>
                <a:extLst>
                  <a:ext uri="{0D108BD9-81ED-4DB2-BD59-A6C34878D82A}">
                    <a16:rowId xmlns:a16="http://schemas.microsoft.com/office/drawing/2014/main" val="2943278789"/>
                  </a:ext>
                </a:extLst>
              </a:tr>
              <a:tr h="226044">
                <a:tc>
                  <a:txBody>
                    <a:bodyPr/>
                    <a:lstStyle/>
                    <a:p>
                      <a:pPr>
                        <a:buNone/>
                      </a:pPr>
                      <a:r>
                        <a:rPr lang="en-IN" sz="1100"/>
                        <a:t>Create a list</a:t>
                      </a:r>
                    </a:p>
                  </a:txBody>
                  <a:tcPr marL="56511" marR="56511" marT="28255" marB="28255" anchor="ctr">
                    <a:lnL>
                      <a:noFill/>
                    </a:lnL>
                    <a:lnR>
                      <a:noFill/>
                    </a:lnR>
                    <a:lnT>
                      <a:noFill/>
                    </a:lnT>
                    <a:lnB>
                      <a:noFill/>
                    </a:lnB>
                    <a:noFill/>
                  </a:tcPr>
                </a:tc>
                <a:tc>
                  <a:txBody>
                    <a:bodyPr/>
                    <a:lstStyle/>
                    <a:p>
                      <a:pPr>
                        <a:buNone/>
                      </a:pPr>
                      <a:r>
                        <a:rPr lang="en-IN" sz="1100">
                          <a:latin typeface="Courier New" panose="02070309020205020404" pitchFamily="49" charset="0"/>
                        </a:rPr>
                        <a:t>my_list = [1, 2, 3]</a:t>
                      </a:r>
                      <a:endParaRPr lang="en-IN" sz="1100"/>
                    </a:p>
                  </a:txBody>
                  <a:tcPr marL="56511" marR="56511" marT="28255" marB="28255" anchor="ctr">
                    <a:lnL>
                      <a:noFill/>
                    </a:lnL>
                    <a:lnR>
                      <a:noFill/>
                    </a:lnR>
                    <a:lnT>
                      <a:noFill/>
                    </a:lnT>
                    <a:lnB>
                      <a:noFill/>
                    </a:lnB>
                    <a:noFill/>
                  </a:tcPr>
                </a:tc>
                <a:tc>
                  <a:txBody>
                    <a:bodyPr/>
                    <a:lstStyle/>
                    <a:p>
                      <a:pPr>
                        <a:buNone/>
                      </a:pPr>
                      <a:r>
                        <a:rPr lang="en-IN" sz="1100"/>
                        <a:t>Initializes a list</a:t>
                      </a:r>
                    </a:p>
                  </a:txBody>
                  <a:tcPr marL="56511" marR="56511" marT="28255" marB="28255" anchor="ctr">
                    <a:lnL>
                      <a:noFill/>
                    </a:lnL>
                    <a:lnR>
                      <a:noFill/>
                    </a:lnR>
                    <a:lnT>
                      <a:noFill/>
                    </a:lnT>
                    <a:lnB>
                      <a:noFill/>
                    </a:lnB>
                    <a:noFill/>
                  </a:tcPr>
                </a:tc>
                <a:extLst>
                  <a:ext uri="{0D108BD9-81ED-4DB2-BD59-A6C34878D82A}">
                    <a16:rowId xmlns:a16="http://schemas.microsoft.com/office/drawing/2014/main" val="2975088598"/>
                  </a:ext>
                </a:extLst>
              </a:tr>
              <a:tr h="226044">
                <a:tc>
                  <a:txBody>
                    <a:bodyPr/>
                    <a:lstStyle/>
                    <a:p>
                      <a:pPr>
                        <a:buNone/>
                      </a:pPr>
                      <a:r>
                        <a:rPr lang="en-IN" sz="1100"/>
                        <a:t>Access element</a:t>
                      </a:r>
                    </a:p>
                  </a:txBody>
                  <a:tcPr marL="56511" marR="56511" marT="28255" marB="28255" anchor="ctr">
                    <a:lnL>
                      <a:noFill/>
                    </a:lnL>
                    <a:lnR>
                      <a:noFill/>
                    </a:lnR>
                    <a:lnT>
                      <a:noFill/>
                    </a:lnT>
                    <a:lnB>
                      <a:noFill/>
                    </a:lnB>
                    <a:noFill/>
                  </a:tcPr>
                </a:tc>
                <a:tc>
                  <a:txBody>
                    <a:bodyPr/>
                    <a:lstStyle/>
                    <a:p>
                      <a:pPr>
                        <a:buNone/>
                      </a:pPr>
                      <a:r>
                        <a:rPr lang="en-IN" sz="1100">
                          <a:latin typeface="Courier New" panose="02070309020205020404" pitchFamily="49" charset="0"/>
                        </a:rPr>
                        <a:t>my_list[0]</a:t>
                      </a:r>
                      <a:endParaRPr lang="en-IN" sz="1100"/>
                    </a:p>
                  </a:txBody>
                  <a:tcPr marL="56511" marR="56511" marT="28255" marB="28255" anchor="ctr">
                    <a:lnL>
                      <a:noFill/>
                    </a:lnL>
                    <a:lnR>
                      <a:noFill/>
                    </a:lnR>
                    <a:lnT>
                      <a:noFill/>
                    </a:lnT>
                    <a:lnB>
                      <a:noFill/>
                    </a:lnB>
                    <a:noFill/>
                  </a:tcPr>
                </a:tc>
                <a:tc>
                  <a:txBody>
                    <a:bodyPr/>
                    <a:lstStyle/>
                    <a:p>
                      <a:pPr>
                        <a:buNone/>
                      </a:pPr>
                      <a:r>
                        <a:rPr lang="en-IN" sz="1100"/>
                        <a:t>Gets the first element</a:t>
                      </a:r>
                    </a:p>
                  </a:txBody>
                  <a:tcPr marL="56511" marR="56511" marT="28255" marB="28255" anchor="ctr">
                    <a:lnL>
                      <a:noFill/>
                    </a:lnL>
                    <a:lnR>
                      <a:noFill/>
                    </a:lnR>
                    <a:lnT>
                      <a:noFill/>
                    </a:lnT>
                    <a:lnB>
                      <a:noFill/>
                    </a:lnB>
                    <a:noFill/>
                  </a:tcPr>
                </a:tc>
                <a:extLst>
                  <a:ext uri="{0D108BD9-81ED-4DB2-BD59-A6C34878D82A}">
                    <a16:rowId xmlns:a16="http://schemas.microsoft.com/office/drawing/2014/main" val="4249109736"/>
                  </a:ext>
                </a:extLst>
              </a:tr>
              <a:tr h="226044">
                <a:tc>
                  <a:txBody>
                    <a:bodyPr/>
                    <a:lstStyle/>
                    <a:p>
                      <a:pPr>
                        <a:buNone/>
                      </a:pPr>
                      <a:r>
                        <a:rPr lang="en-IN" sz="1100"/>
                        <a:t>Modify element</a:t>
                      </a:r>
                    </a:p>
                  </a:txBody>
                  <a:tcPr marL="56511" marR="56511" marT="28255" marB="28255" anchor="ctr">
                    <a:lnL>
                      <a:noFill/>
                    </a:lnL>
                    <a:lnR>
                      <a:noFill/>
                    </a:lnR>
                    <a:lnT>
                      <a:noFill/>
                    </a:lnT>
                    <a:lnB>
                      <a:noFill/>
                    </a:lnB>
                    <a:noFill/>
                  </a:tcPr>
                </a:tc>
                <a:tc>
                  <a:txBody>
                    <a:bodyPr/>
                    <a:lstStyle/>
                    <a:p>
                      <a:pPr>
                        <a:buNone/>
                      </a:pPr>
                      <a:r>
                        <a:rPr lang="en-IN" sz="1100">
                          <a:latin typeface="Courier New" panose="02070309020205020404" pitchFamily="49" charset="0"/>
                        </a:rPr>
                        <a:t>my_list[1] = 10</a:t>
                      </a:r>
                      <a:endParaRPr lang="en-IN" sz="1100"/>
                    </a:p>
                  </a:txBody>
                  <a:tcPr marL="56511" marR="56511" marT="28255" marB="28255" anchor="ctr">
                    <a:lnL>
                      <a:noFill/>
                    </a:lnL>
                    <a:lnR>
                      <a:noFill/>
                    </a:lnR>
                    <a:lnT>
                      <a:noFill/>
                    </a:lnT>
                    <a:lnB>
                      <a:noFill/>
                    </a:lnB>
                    <a:noFill/>
                  </a:tcPr>
                </a:tc>
                <a:tc>
                  <a:txBody>
                    <a:bodyPr/>
                    <a:lstStyle/>
                    <a:p>
                      <a:pPr>
                        <a:buNone/>
                      </a:pPr>
                      <a:r>
                        <a:rPr lang="en-IN" sz="1100"/>
                        <a:t>Changes the second element</a:t>
                      </a:r>
                    </a:p>
                  </a:txBody>
                  <a:tcPr marL="56511" marR="56511" marT="28255" marB="28255" anchor="ctr">
                    <a:lnL>
                      <a:noFill/>
                    </a:lnL>
                    <a:lnR>
                      <a:noFill/>
                    </a:lnR>
                    <a:lnT>
                      <a:noFill/>
                    </a:lnT>
                    <a:lnB>
                      <a:noFill/>
                    </a:lnB>
                    <a:noFill/>
                  </a:tcPr>
                </a:tc>
                <a:extLst>
                  <a:ext uri="{0D108BD9-81ED-4DB2-BD59-A6C34878D82A}">
                    <a16:rowId xmlns:a16="http://schemas.microsoft.com/office/drawing/2014/main" val="3648215950"/>
                  </a:ext>
                </a:extLst>
              </a:tr>
              <a:tr h="226044">
                <a:tc>
                  <a:txBody>
                    <a:bodyPr/>
                    <a:lstStyle/>
                    <a:p>
                      <a:pPr>
                        <a:buNone/>
                      </a:pPr>
                      <a:r>
                        <a:rPr lang="en-IN" sz="1100"/>
                        <a:t>Append element</a:t>
                      </a:r>
                    </a:p>
                  </a:txBody>
                  <a:tcPr marL="56511" marR="56511" marT="28255" marB="28255" anchor="ctr">
                    <a:lnL>
                      <a:noFill/>
                    </a:lnL>
                    <a:lnR>
                      <a:noFill/>
                    </a:lnR>
                    <a:lnT>
                      <a:noFill/>
                    </a:lnT>
                    <a:lnB>
                      <a:noFill/>
                    </a:lnB>
                    <a:noFill/>
                  </a:tcPr>
                </a:tc>
                <a:tc>
                  <a:txBody>
                    <a:bodyPr/>
                    <a:lstStyle/>
                    <a:p>
                      <a:pPr>
                        <a:buNone/>
                      </a:pPr>
                      <a:r>
                        <a:rPr lang="en-IN" sz="1100">
                          <a:latin typeface="Courier New" panose="02070309020205020404" pitchFamily="49" charset="0"/>
                        </a:rPr>
                        <a:t>my_list.append(4)</a:t>
                      </a:r>
                      <a:endParaRPr lang="en-IN" sz="1100"/>
                    </a:p>
                  </a:txBody>
                  <a:tcPr marL="56511" marR="56511" marT="28255" marB="28255" anchor="ctr">
                    <a:lnL>
                      <a:noFill/>
                    </a:lnL>
                    <a:lnR>
                      <a:noFill/>
                    </a:lnR>
                    <a:lnT>
                      <a:noFill/>
                    </a:lnT>
                    <a:lnB>
                      <a:noFill/>
                    </a:lnB>
                    <a:noFill/>
                  </a:tcPr>
                </a:tc>
                <a:tc>
                  <a:txBody>
                    <a:bodyPr/>
                    <a:lstStyle/>
                    <a:p>
                      <a:pPr>
                        <a:buNone/>
                      </a:pPr>
                      <a:r>
                        <a:rPr lang="en-US" sz="1100"/>
                        <a:t>Adds to the end of the list</a:t>
                      </a:r>
                    </a:p>
                  </a:txBody>
                  <a:tcPr marL="56511" marR="56511" marT="28255" marB="28255" anchor="ctr">
                    <a:lnL>
                      <a:noFill/>
                    </a:lnL>
                    <a:lnR>
                      <a:noFill/>
                    </a:lnR>
                    <a:lnT>
                      <a:noFill/>
                    </a:lnT>
                    <a:lnB>
                      <a:noFill/>
                    </a:lnB>
                    <a:noFill/>
                  </a:tcPr>
                </a:tc>
                <a:extLst>
                  <a:ext uri="{0D108BD9-81ED-4DB2-BD59-A6C34878D82A}">
                    <a16:rowId xmlns:a16="http://schemas.microsoft.com/office/drawing/2014/main" val="1334019819"/>
                  </a:ext>
                </a:extLst>
              </a:tr>
              <a:tr h="226044">
                <a:tc>
                  <a:txBody>
                    <a:bodyPr/>
                    <a:lstStyle/>
                    <a:p>
                      <a:pPr>
                        <a:buNone/>
                      </a:pPr>
                      <a:r>
                        <a:rPr lang="en-IN" sz="1100"/>
                        <a:t>Insert element</a:t>
                      </a:r>
                    </a:p>
                  </a:txBody>
                  <a:tcPr marL="56511" marR="56511" marT="28255" marB="28255" anchor="ctr">
                    <a:lnL>
                      <a:noFill/>
                    </a:lnL>
                    <a:lnR>
                      <a:noFill/>
                    </a:lnR>
                    <a:lnT>
                      <a:noFill/>
                    </a:lnT>
                    <a:lnB>
                      <a:noFill/>
                    </a:lnB>
                    <a:noFill/>
                  </a:tcPr>
                </a:tc>
                <a:tc>
                  <a:txBody>
                    <a:bodyPr/>
                    <a:lstStyle/>
                    <a:p>
                      <a:pPr>
                        <a:buNone/>
                      </a:pPr>
                      <a:r>
                        <a:rPr lang="en-IN" sz="1100">
                          <a:latin typeface="Courier New" panose="02070309020205020404" pitchFamily="49" charset="0"/>
                        </a:rPr>
                        <a:t>my_list.insert(1, 99)</a:t>
                      </a:r>
                      <a:endParaRPr lang="en-IN" sz="1100"/>
                    </a:p>
                  </a:txBody>
                  <a:tcPr marL="56511" marR="56511" marT="28255" marB="28255" anchor="ctr">
                    <a:lnL>
                      <a:noFill/>
                    </a:lnL>
                    <a:lnR>
                      <a:noFill/>
                    </a:lnR>
                    <a:lnT>
                      <a:noFill/>
                    </a:lnT>
                    <a:lnB>
                      <a:noFill/>
                    </a:lnB>
                    <a:noFill/>
                  </a:tcPr>
                </a:tc>
                <a:tc>
                  <a:txBody>
                    <a:bodyPr/>
                    <a:lstStyle/>
                    <a:p>
                      <a:pPr>
                        <a:buNone/>
                      </a:pPr>
                      <a:r>
                        <a:rPr lang="en-US" sz="1100"/>
                        <a:t>Inserts at a specific index</a:t>
                      </a:r>
                    </a:p>
                  </a:txBody>
                  <a:tcPr marL="56511" marR="56511" marT="28255" marB="28255" anchor="ctr">
                    <a:lnL>
                      <a:noFill/>
                    </a:lnL>
                    <a:lnR>
                      <a:noFill/>
                    </a:lnR>
                    <a:lnT>
                      <a:noFill/>
                    </a:lnT>
                    <a:lnB>
                      <a:noFill/>
                    </a:lnB>
                    <a:noFill/>
                  </a:tcPr>
                </a:tc>
                <a:extLst>
                  <a:ext uri="{0D108BD9-81ED-4DB2-BD59-A6C34878D82A}">
                    <a16:rowId xmlns:a16="http://schemas.microsoft.com/office/drawing/2014/main" val="2965050566"/>
                  </a:ext>
                </a:extLst>
              </a:tr>
              <a:tr h="226044">
                <a:tc>
                  <a:txBody>
                    <a:bodyPr/>
                    <a:lstStyle/>
                    <a:p>
                      <a:pPr>
                        <a:buNone/>
                      </a:pPr>
                      <a:r>
                        <a:rPr lang="en-IN" sz="1100"/>
                        <a:t>Remove by value</a:t>
                      </a:r>
                    </a:p>
                  </a:txBody>
                  <a:tcPr marL="56511" marR="56511" marT="28255" marB="28255" anchor="ctr">
                    <a:lnL>
                      <a:noFill/>
                    </a:lnL>
                    <a:lnR>
                      <a:noFill/>
                    </a:lnR>
                    <a:lnT>
                      <a:noFill/>
                    </a:lnT>
                    <a:lnB>
                      <a:noFill/>
                    </a:lnB>
                    <a:noFill/>
                  </a:tcPr>
                </a:tc>
                <a:tc>
                  <a:txBody>
                    <a:bodyPr/>
                    <a:lstStyle/>
                    <a:p>
                      <a:pPr>
                        <a:buNone/>
                      </a:pPr>
                      <a:r>
                        <a:rPr lang="en-IN" sz="1100">
                          <a:latin typeface="Courier New" panose="02070309020205020404" pitchFamily="49" charset="0"/>
                        </a:rPr>
                        <a:t>my_list.remove(99)</a:t>
                      </a:r>
                      <a:endParaRPr lang="en-IN" sz="1100"/>
                    </a:p>
                  </a:txBody>
                  <a:tcPr marL="56511" marR="56511" marT="28255" marB="28255" anchor="ctr">
                    <a:lnL>
                      <a:noFill/>
                    </a:lnL>
                    <a:lnR>
                      <a:noFill/>
                    </a:lnR>
                    <a:lnT>
                      <a:noFill/>
                    </a:lnT>
                    <a:lnB>
                      <a:noFill/>
                    </a:lnB>
                    <a:noFill/>
                  </a:tcPr>
                </a:tc>
                <a:tc>
                  <a:txBody>
                    <a:bodyPr/>
                    <a:lstStyle/>
                    <a:p>
                      <a:pPr>
                        <a:buNone/>
                      </a:pPr>
                      <a:r>
                        <a:rPr lang="en-US" sz="1100"/>
                        <a:t>Removes first occurrence of value</a:t>
                      </a:r>
                    </a:p>
                  </a:txBody>
                  <a:tcPr marL="56511" marR="56511" marT="28255" marB="28255" anchor="ctr">
                    <a:lnL>
                      <a:noFill/>
                    </a:lnL>
                    <a:lnR>
                      <a:noFill/>
                    </a:lnR>
                    <a:lnT>
                      <a:noFill/>
                    </a:lnT>
                    <a:lnB>
                      <a:noFill/>
                    </a:lnB>
                    <a:noFill/>
                  </a:tcPr>
                </a:tc>
                <a:extLst>
                  <a:ext uri="{0D108BD9-81ED-4DB2-BD59-A6C34878D82A}">
                    <a16:rowId xmlns:a16="http://schemas.microsoft.com/office/drawing/2014/main" val="1608881685"/>
                  </a:ext>
                </a:extLst>
              </a:tr>
              <a:tr h="395576">
                <a:tc>
                  <a:txBody>
                    <a:bodyPr/>
                    <a:lstStyle/>
                    <a:p>
                      <a:pPr>
                        <a:buNone/>
                      </a:pPr>
                      <a:r>
                        <a:rPr lang="en-IN" sz="1100"/>
                        <a:t>Remove by index</a:t>
                      </a:r>
                    </a:p>
                  </a:txBody>
                  <a:tcPr marL="56511" marR="56511" marT="28255" marB="28255" anchor="ctr">
                    <a:lnL>
                      <a:noFill/>
                    </a:lnL>
                    <a:lnR>
                      <a:noFill/>
                    </a:lnR>
                    <a:lnT>
                      <a:noFill/>
                    </a:lnT>
                    <a:lnB>
                      <a:noFill/>
                    </a:lnB>
                    <a:noFill/>
                  </a:tcPr>
                </a:tc>
                <a:tc>
                  <a:txBody>
                    <a:bodyPr/>
                    <a:lstStyle/>
                    <a:p>
                      <a:pPr>
                        <a:buNone/>
                      </a:pPr>
                      <a:r>
                        <a:rPr lang="en-IN" sz="1100">
                          <a:latin typeface="Courier New" panose="02070309020205020404" pitchFamily="49" charset="0"/>
                        </a:rPr>
                        <a:t>my_list.pop(1)</a:t>
                      </a:r>
                      <a:endParaRPr lang="en-IN" sz="1100"/>
                    </a:p>
                  </a:txBody>
                  <a:tcPr marL="56511" marR="56511" marT="28255" marB="28255" anchor="ctr">
                    <a:lnL>
                      <a:noFill/>
                    </a:lnL>
                    <a:lnR>
                      <a:noFill/>
                    </a:lnR>
                    <a:lnT>
                      <a:noFill/>
                    </a:lnT>
                    <a:lnB>
                      <a:noFill/>
                    </a:lnB>
                    <a:noFill/>
                  </a:tcPr>
                </a:tc>
                <a:tc>
                  <a:txBody>
                    <a:bodyPr/>
                    <a:lstStyle/>
                    <a:p>
                      <a:pPr>
                        <a:buNone/>
                      </a:pPr>
                      <a:r>
                        <a:rPr lang="en-US" sz="1100"/>
                        <a:t>Removes and returns element at index</a:t>
                      </a:r>
                    </a:p>
                  </a:txBody>
                  <a:tcPr marL="56511" marR="56511" marT="28255" marB="28255" anchor="ctr">
                    <a:lnL>
                      <a:noFill/>
                    </a:lnL>
                    <a:lnR>
                      <a:noFill/>
                    </a:lnR>
                    <a:lnT>
                      <a:noFill/>
                    </a:lnT>
                    <a:lnB>
                      <a:noFill/>
                    </a:lnB>
                    <a:noFill/>
                  </a:tcPr>
                </a:tc>
                <a:extLst>
                  <a:ext uri="{0D108BD9-81ED-4DB2-BD59-A6C34878D82A}">
                    <a16:rowId xmlns:a16="http://schemas.microsoft.com/office/drawing/2014/main" val="1342070344"/>
                  </a:ext>
                </a:extLst>
              </a:tr>
              <a:tr h="226044">
                <a:tc>
                  <a:txBody>
                    <a:bodyPr/>
                    <a:lstStyle/>
                    <a:p>
                      <a:pPr>
                        <a:buNone/>
                      </a:pPr>
                      <a:r>
                        <a:rPr lang="en-IN" sz="1100"/>
                        <a:t>Length of list</a:t>
                      </a:r>
                    </a:p>
                  </a:txBody>
                  <a:tcPr marL="56511" marR="56511" marT="28255" marB="28255" anchor="ctr">
                    <a:lnL>
                      <a:noFill/>
                    </a:lnL>
                    <a:lnR>
                      <a:noFill/>
                    </a:lnR>
                    <a:lnT>
                      <a:noFill/>
                    </a:lnT>
                    <a:lnB>
                      <a:noFill/>
                    </a:lnB>
                    <a:noFill/>
                  </a:tcPr>
                </a:tc>
                <a:tc>
                  <a:txBody>
                    <a:bodyPr/>
                    <a:lstStyle/>
                    <a:p>
                      <a:pPr>
                        <a:buNone/>
                      </a:pPr>
                      <a:r>
                        <a:rPr lang="en-IN" sz="1100">
                          <a:latin typeface="Courier New" panose="02070309020205020404" pitchFamily="49" charset="0"/>
                        </a:rPr>
                        <a:t>len(my_list)</a:t>
                      </a:r>
                      <a:endParaRPr lang="en-IN" sz="1100"/>
                    </a:p>
                  </a:txBody>
                  <a:tcPr marL="56511" marR="56511" marT="28255" marB="28255" anchor="ctr">
                    <a:lnL>
                      <a:noFill/>
                    </a:lnL>
                    <a:lnR>
                      <a:noFill/>
                    </a:lnR>
                    <a:lnT>
                      <a:noFill/>
                    </a:lnT>
                    <a:lnB>
                      <a:noFill/>
                    </a:lnB>
                    <a:noFill/>
                  </a:tcPr>
                </a:tc>
                <a:tc>
                  <a:txBody>
                    <a:bodyPr/>
                    <a:lstStyle/>
                    <a:p>
                      <a:pPr>
                        <a:buNone/>
                      </a:pPr>
                      <a:r>
                        <a:rPr lang="en-IN" sz="1100"/>
                        <a:t>Returns number of elements</a:t>
                      </a:r>
                    </a:p>
                  </a:txBody>
                  <a:tcPr marL="56511" marR="56511" marT="28255" marB="28255" anchor="ctr">
                    <a:lnL>
                      <a:noFill/>
                    </a:lnL>
                    <a:lnR>
                      <a:noFill/>
                    </a:lnR>
                    <a:lnT>
                      <a:noFill/>
                    </a:lnT>
                    <a:lnB>
                      <a:noFill/>
                    </a:lnB>
                    <a:noFill/>
                  </a:tcPr>
                </a:tc>
                <a:extLst>
                  <a:ext uri="{0D108BD9-81ED-4DB2-BD59-A6C34878D82A}">
                    <a16:rowId xmlns:a16="http://schemas.microsoft.com/office/drawing/2014/main" val="1676911097"/>
                  </a:ext>
                </a:extLst>
              </a:tr>
              <a:tr h="226044">
                <a:tc>
                  <a:txBody>
                    <a:bodyPr/>
                    <a:lstStyle/>
                    <a:p>
                      <a:pPr>
                        <a:buNone/>
                      </a:pPr>
                      <a:r>
                        <a:rPr lang="en-IN" sz="1100"/>
                        <a:t>Sort list</a:t>
                      </a:r>
                    </a:p>
                  </a:txBody>
                  <a:tcPr marL="56511" marR="56511" marT="28255" marB="28255" anchor="ctr">
                    <a:lnL>
                      <a:noFill/>
                    </a:lnL>
                    <a:lnR>
                      <a:noFill/>
                    </a:lnR>
                    <a:lnT>
                      <a:noFill/>
                    </a:lnT>
                    <a:lnB>
                      <a:noFill/>
                    </a:lnB>
                    <a:noFill/>
                  </a:tcPr>
                </a:tc>
                <a:tc>
                  <a:txBody>
                    <a:bodyPr/>
                    <a:lstStyle/>
                    <a:p>
                      <a:pPr>
                        <a:buNone/>
                      </a:pPr>
                      <a:r>
                        <a:rPr lang="en-IN" sz="1100">
                          <a:latin typeface="Courier New" panose="02070309020205020404" pitchFamily="49" charset="0"/>
                        </a:rPr>
                        <a:t>my_list.sort()</a:t>
                      </a:r>
                      <a:endParaRPr lang="en-IN" sz="1100"/>
                    </a:p>
                  </a:txBody>
                  <a:tcPr marL="56511" marR="56511" marT="28255" marB="28255" anchor="ctr">
                    <a:lnL>
                      <a:noFill/>
                    </a:lnL>
                    <a:lnR>
                      <a:noFill/>
                    </a:lnR>
                    <a:lnT>
                      <a:noFill/>
                    </a:lnT>
                    <a:lnB>
                      <a:noFill/>
                    </a:lnB>
                    <a:noFill/>
                  </a:tcPr>
                </a:tc>
                <a:tc>
                  <a:txBody>
                    <a:bodyPr/>
                    <a:lstStyle/>
                    <a:p>
                      <a:pPr>
                        <a:buNone/>
                      </a:pPr>
                      <a:r>
                        <a:rPr lang="en-US" sz="1100"/>
                        <a:t>Sorts the list in ascending order</a:t>
                      </a:r>
                    </a:p>
                  </a:txBody>
                  <a:tcPr marL="56511" marR="56511" marT="28255" marB="28255" anchor="ctr">
                    <a:lnL>
                      <a:noFill/>
                    </a:lnL>
                    <a:lnR>
                      <a:noFill/>
                    </a:lnR>
                    <a:lnT>
                      <a:noFill/>
                    </a:lnT>
                    <a:lnB>
                      <a:noFill/>
                    </a:lnB>
                    <a:noFill/>
                  </a:tcPr>
                </a:tc>
                <a:extLst>
                  <a:ext uri="{0D108BD9-81ED-4DB2-BD59-A6C34878D82A}">
                    <a16:rowId xmlns:a16="http://schemas.microsoft.com/office/drawing/2014/main" val="2779855347"/>
                  </a:ext>
                </a:extLst>
              </a:tr>
              <a:tr h="226044">
                <a:tc>
                  <a:txBody>
                    <a:bodyPr/>
                    <a:lstStyle/>
                    <a:p>
                      <a:pPr>
                        <a:buNone/>
                      </a:pPr>
                      <a:r>
                        <a:rPr lang="en-IN" sz="1100"/>
                        <a:t>Reverse list</a:t>
                      </a:r>
                    </a:p>
                  </a:txBody>
                  <a:tcPr marL="56511" marR="56511" marT="28255" marB="28255" anchor="ctr">
                    <a:lnL>
                      <a:noFill/>
                    </a:lnL>
                    <a:lnR>
                      <a:noFill/>
                    </a:lnR>
                    <a:lnT>
                      <a:noFill/>
                    </a:lnT>
                    <a:lnB>
                      <a:noFill/>
                    </a:lnB>
                    <a:noFill/>
                  </a:tcPr>
                </a:tc>
                <a:tc>
                  <a:txBody>
                    <a:bodyPr/>
                    <a:lstStyle/>
                    <a:p>
                      <a:pPr>
                        <a:buNone/>
                      </a:pPr>
                      <a:r>
                        <a:rPr lang="en-IN" sz="1100">
                          <a:latin typeface="Courier New" panose="02070309020205020404" pitchFamily="49" charset="0"/>
                        </a:rPr>
                        <a:t>my_list.reverse()</a:t>
                      </a:r>
                      <a:endParaRPr lang="en-IN" sz="1100"/>
                    </a:p>
                  </a:txBody>
                  <a:tcPr marL="56511" marR="56511" marT="28255" marB="28255" anchor="ctr">
                    <a:lnL>
                      <a:noFill/>
                    </a:lnL>
                    <a:lnR>
                      <a:noFill/>
                    </a:lnR>
                    <a:lnT>
                      <a:noFill/>
                    </a:lnT>
                    <a:lnB>
                      <a:noFill/>
                    </a:lnB>
                    <a:noFill/>
                  </a:tcPr>
                </a:tc>
                <a:tc>
                  <a:txBody>
                    <a:bodyPr/>
                    <a:lstStyle/>
                    <a:p>
                      <a:pPr>
                        <a:buNone/>
                      </a:pPr>
                      <a:r>
                        <a:rPr lang="en-IN" sz="1100"/>
                        <a:t>Reverses the list</a:t>
                      </a:r>
                    </a:p>
                  </a:txBody>
                  <a:tcPr marL="56511" marR="56511" marT="28255" marB="28255" anchor="ctr">
                    <a:lnL>
                      <a:noFill/>
                    </a:lnL>
                    <a:lnR>
                      <a:noFill/>
                    </a:lnR>
                    <a:lnT>
                      <a:noFill/>
                    </a:lnT>
                    <a:lnB>
                      <a:noFill/>
                    </a:lnB>
                    <a:noFill/>
                  </a:tcPr>
                </a:tc>
                <a:extLst>
                  <a:ext uri="{0D108BD9-81ED-4DB2-BD59-A6C34878D82A}">
                    <a16:rowId xmlns:a16="http://schemas.microsoft.com/office/drawing/2014/main" val="168679558"/>
                  </a:ext>
                </a:extLst>
              </a:tr>
              <a:tr h="226044">
                <a:tc>
                  <a:txBody>
                    <a:bodyPr/>
                    <a:lstStyle/>
                    <a:p>
                      <a:pPr>
                        <a:buNone/>
                      </a:pPr>
                      <a:r>
                        <a:rPr lang="en-IN" sz="1100"/>
                        <a:t>Slice list</a:t>
                      </a:r>
                    </a:p>
                  </a:txBody>
                  <a:tcPr marL="56511" marR="56511" marT="28255" marB="28255" anchor="ctr">
                    <a:lnL>
                      <a:noFill/>
                    </a:lnL>
                    <a:lnR>
                      <a:noFill/>
                    </a:lnR>
                    <a:lnT>
                      <a:noFill/>
                    </a:lnT>
                    <a:lnB>
                      <a:noFill/>
                    </a:lnB>
                    <a:noFill/>
                  </a:tcPr>
                </a:tc>
                <a:tc>
                  <a:txBody>
                    <a:bodyPr/>
                    <a:lstStyle/>
                    <a:p>
                      <a:pPr>
                        <a:buNone/>
                      </a:pPr>
                      <a:r>
                        <a:rPr lang="en-IN" sz="1100">
                          <a:latin typeface="Courier New" panose="02070309020205020404" pitchFamily="49" charset="0"/>
                        </a:rPr>
                        <a:t>my_list[1:3]</a:t>
                      </a:r>
                      <a:endParaRPr lang="en-IN" sz="1100"/>
                    </a:p>
                  </a:txBody>
                  <a:tcPr marL="56511" marR="56511" marT="28255" marB="28255" anchor="ctr">
                    <a:lnL>
                      <a:noFill/>
                    </a:lnL>
                    <a:lnR>
                      <a:noFill/>
                    </a:lnR>
                    <a:lnT>
                      <a:noFill/>
                    </a:lnT>
                    <a:lnB>
                      <a:noFill/>
                    </a:lnB>
                    <a:noFill/>
                  </a:tcPr>
                </a:tc>
                <a:tc>
                  <a:txBody>
                    <a:bodyPr/>
                    <a:lstStyle/>
                    <a:p>
                      <a:pPr>
                        <a:buNone/>
                      </a:pPr>
                      <a:r>
                        <a:rPr lang="en-US" sz="1100"/>
                        <a:t>Gets a sublist from index 1 to 2</a:t>
                      </a:r>
                    </a:p>
                  </a:txBody>
                  <a:tcPr marL="56511" marR="56511" marT="28255" marB="28255" anchor="ctr">
                    <a:lnL>
                      <a:noFill/>
                    </a:lnL>
                    <a:lnR>
                      <a:noFill/>
                    </a:lnR>
                    <a:lnT>
                      <a:noFill/>
                    </a:lnT>
                    <a:lnB>
                      <a:noFill/>
                    </a:lnB>
                    <a:noFill/>
                  </a:tcPr>
                </a:tc>
                <a:extLst>
                  <a:ext uri="{0D108BD9-81ED-4DB2-BD59-A6C34878D82A}">
                    <a16:rowId xmlns:a16="http://schemas.microsoft.com/office/drawing/2014/main" val="1648519379"/>
                  </a:ext>
                </a:extLst>
              </a:tr>
              <a:tr h="226044">
                <a:tc>
                  <a:txBody>
                    <a:bodyPr/>
                    <a:lstStyle/>
                    <a:p>
                      <a:pPr>
                        <a:buNone/>
                      </a:pPr>
                      <a:r>
                        <a:rPr lang="en-IN" sz="1100"/>
                        <a:t>Check existence</a:t>
                      </a:r>
                    </a:p>
                  </a:txBody>
                  <a:tcPr marL="56511" marR="56511" marT="28255" marB="28255" anchor="ctr">
                    <a:lnL>
                      <a:noFill/>
                    </a:lnL>
                    <a:lnR>
                      <a:noFill/>
                    </a:lnR>
                    <a:lnT>
                      <a:noFill/>
                    </a:lnT>
                    <a:lnB>
                      <a:noFill/>
                    </a:lnB>
                    <a:noFill/>
                  </a:tcPr>
                </a:tc>
                <a:tc>
                  <a:txBody>
                    <a:bodyPr/>
                    <a:lstStyle/>
                    <a:p>
                      <a:pPr>
                        <a:buNone/>
                      </a:pPr>
                      <a:r>
                        <a:rPr lang="en-IN" sz="1100">
                          <a:latin typeface="Courier New" panose="02070309020205020404" pitchFamily="49" charset="0"/>
                        </a:rPr>
                        <a:t>4 in my_list</a:t>
                      </a:r>
                      <a:endParaRPr lang="en-IN" sz="1100"/>
                    </a:p>
                  </a:txBody>
                  <a:tcPr marL="56511" marR="56511" marT="28255" marB="28255" anchor="ctr">
                    <a:lnL>
                      <a:noFill/>
                    </a:lnL>
                    <a:lnR>
                      <a:noFill/>
                    </a:lnR>
                    <a:lnT>
                      <a:noFill/>
                    </a:lnT>
                    <a:lnB>
                      <a:noFill/>
                    </a:lnB>
                    <a:noFill/>
                  </a:tcPr>
                </a:tc>
                <a:tc>
                  <a:txBody>
                    <a:bodyPr/>
                    <a:lstStyle/>
                    <a:p>
                      <a:pPr>
                        <a:buNone/>
                      </a:pPr>
                      <a:r>
                        <a:rPr lang="en-US" sz="1100"/>
                        <a:t>Returns </a:t>
                      </a:r>
                      <a:r>
                        <a:rPr lang="en-US" sz="1100">
                          <a:latin typeface="Courier New" panose="02070309020205020404" pitchFamily="49" charset="0"/>
                        </a:rPr>
                        <a:t>True</a:t>
                      </a:r>
                      <a:r>
                        <a:rPr lang="en-US" sz="1100"/>
                        <a:t> if 4 is in the list</a:t>
                      </a:r>
                    </a:p>
                  </a:txBody>
                  <a:tcPr marL="56511" marR="56511" marT="28255" marB="28255" anchor="ctr">
                    <a:lnL>
                      <a:noFill/>
                    </a:lnL>
                    <a:lnR>
                      <a:noFill/>
                    </a:lnR>
                    <a:lnT>
                      <a:noFill/>
                    </a:lnT>
                    <a:lnB>
                      <a:noFill/>
                    </a:lnB>
                    <a:noFill/>
                  </a:tcPr>
                </a:tc>
                <a:extLst>
                  <a:ext uri="{0D108BD9-81ED-4DB2-BD59-A6C34878D82A}">
                    <a16:rowId xmlns:a16="http://schemas.microsoft.com/office/drawing/2014/main" val="3694298769"/>
                  </a:ext>
                </a:extLst>
              </a:tr>
              <a:tr h="226044">
                <a:tc>
                  <a:txBody>
                    <a:bodyPr/>
                    <a:lstStyle/>
                    <a:p>
                      <a:pPr>
                        <a:buNone/>
                      </a:pPr>
                      <a:r>
                        <a:rPr lang="en-IN" sz="1100"/>
                        <a:t>Loop through list</a:t>
                      </a:r>
                    </a:p>
                  </a:txBody>
                  <a:tcPr marL="56511" marR="56511" marT="28255" marB="28255" anchor="ctr">
                    <a:lnL>
                      <a:noFill/>
                    </a:lnL>
                    <a:lnR>
                      <a:noFill/>
                    </a:lnR>
                    <a:lnT>
                      <a:noFill/>
                    </a:lnT>
                    <a:lnB>
                      <a:noFill/>
                    </a:lnB>
                    <a:noFill/>
                  </a:tcPr>
                </a:tc>
                <a:tc>
                  <a:txBody>
                    <a:bodyPr/>
                    <a:lstStyle/>
                    <a:p>
                      <a:pPr>
                        <a:buNone/>
                      </a:pPr>
                      <a:r>
                        <a:rPr lang="en-US" sz="1100">
                          <a:latin typeface="Courier New" panose="02070309020205020404" pitchFamily="49" charset="0"/>
                        </a:rPr>
                        <a:t>for x in my_list:</a:t>
                      </a:r>
                      <a:endParaRPr lang="en-US" sz="1100"/>
                    </a:p>
                  </a:txBody>
                  <a:tcPr marL="56511" marR="56511" marT="28255" marB="28255" anchor="ctr">
                    <a:lnL>
                      <a:noFill/>
                    </a:lnL>
                    <a:lnR>
                      <a:noFill/>
                    </a:lnR>
                    <a:lnT>
                      <a:noFill/>
                    </a:lnT>
                    <a:lnB>
                      <a:noFill/>
                    </a:lnB>
                    <a:noFill/>
                  </a:tcPr>
                </a:tc>
                <a:tc>
                  <a:txBody>
                    <a:bodyPr/>
                    <a:lstStyle/>
                    <a:p>
                      <a:pPr>
                        <a:buNone/>
                      </a:pPr>
                      <a:r>
                        <a:rPr lang="en-IN" sz="1100"/>
                        <a:t>Iterates over each element</a:t>
                      </a:r>
                    </a:p>
                  </a:txBody>
                  <a:tcPr marL="56511" marR="56511" marT="28255" marB="28255" anchor="ctr">
                    <a:lnL>
                      <a:noFill/>
                    </a:lnL>
                    <a:lnR>
                      <a:noFill/>
                    </a:lnR>
                    <a:lnT>
                      <a:noFill/>
                    </a:lnT>
                    <a:lnB>
                      <a:noFill/>
                    </a:lnB>
                    <a:noFill/>
                  </a:tcPr>
                </a:tc>
                <a:extLst>
                  <a:ext uri="{0D108BD9-81ED-4DB2-BD59-A6C34878D82A}">
                    <a16:rowId xmlns:a16="http://schemas.microsoft.com/office/drawing/2014/main" val="1291966828"/>
                  </a:ext>
                </a:extLst>
              </a:tr>
              <a:tr h="395576">
                <a:tc>
                  <a:txBody>
                    <a:bodyPr/>
                    <a:lstStyle/>
                    <a:p>
                      <a:pPr>
                        <a:buNone/>
                      </a:pPr>
                      <a:r>
                        <a:rPr lang="en-IN" sz="1100"/>
                        <a:t>List comprehension</a:t>
                      </a:r>
                    </a:p>
                  </a:txBody>
                  <a:tcPr marL="56511" marR="56511" marT="28255" marB="28255" anchor="ctr">
                    <a:lnL>
                      <a:noFill/>
                    </a:lnL>
                    <a:lnR>
                      <a:noFill/>
                    </a:lnR>
                    <a:lnT>
                      <a:noFill/>
                    </a:lnT>
                    <a:lnB>
                      <a:noFill/>
                    </a:lnB>
                    <a:noFill/>
                  </a:tcPr>
                </a:tc>
                <a:tc>
                  <a:txBody>
                    <a:bodyPr/>
                    <a:lstStyle/>
                    <a:p>
                      <a:pPr>
                        <a:buNone/>
                      </a:pPr>
                      <a:r>
                        <a:rPr lang="en-US" sz="1100">
                          <a:latin typeface="Courier New" panose="02070309020205020404" pitchFamily="49" charset="0"/>
                        </a:rPr>
                        <a:t>[x*2 for x in my_list]</a:t>
                      </a:r>
                      <a:endParaRPr lang="en-US" sz="1100"/>
                    </a:p>
                  </a:txBody>
                  <a:tcPr marL="56511" marR="56511" marT="28255" marB="28255" anchor="ctr">
                    <a:lnL>
                      <a:noFill/>
                    </a:lnL>
                    <a:lnR>
                      <a:noFill/>
                    </a:lnR>
                    <a:lnT>
                      <a:noFill/>
                    </a:lnT>
                    <a:lnB>
                      <a:noFill/>
                    </a:lnB>
                    <a:noFill/>
                  </a:tcPr>
                </a:tc>
                <a:tc>
                  <a:txBody>
                    <a:bodyPr/>
                    <a:lstStyle/>
                    <a:p>
                      <a:pPr>
                        <a:buNone/>
                      </a:pPr>
                      <a:r>
                        <a:rPr lang="en-US" sz="1100"/>
                        <a:t>Creates a new list with modified elements</a:t>
                      </a:r>
                    </a:p>
                  </a:txBody>
                  <a:tcPr marL="56511" marR="56511" marT="28255" marB="28255" anchor="ctr">
                    <a:lnL>
                      <a:noFill/>
                    </a:lnL>
                    <a:lnR>
                      <a:noFill/>
                    </a:lnR>
                    <a:lnT>
                      <a:noFill/>
                    </a:lnT>
                    <a:lnB>
                      <a:noFill/>
                    </a:lnB>
                    <a:noFill/>
                  </a:tcPr>
                </a:tc>
                <a:extLst>
                  <a:ext uri="{0D108BD9-81ED-4DB2-BD59-A6C34878D82A}">
                    <a16:rowId xmlns:a16="http://schemas.microsoft.com/office/drawing/2014/main" val="3068458688"/>
                  </a:ext>
                </a:extLst>
              </a:tr>
              <a:tr h="226044">
                <a:tc>
                  <a:txBody>
                    <a:bodyPr/>
                    <a:lstStyle/>
                    <a:p>
                      <a:pPr>
                        <a:buNone/>
                      </a:pPr>
                      <a:r>
                        <a:rPr lang="en-IN" sz="1100"/>
                        <a:t>Clear list</a:t>
                      </a:r>
                    </a:p>
                  </a:txBody>
                  <a:tcPr marL="56511" marR="56511" marT="28255" marB="28255" anchor="ctr">
                    <a:lnL>
                      <a:noFill/>
                    </a:lnL>
                    <a:lnR>
                      <a:noFill/>
                    </a:lnR>
                    <a:lnT>
                      <a:noFill/>
                    </a:lnT>
                    <a:lnB>
                      <a:noFill/>
                    </a:lnB>
                    <a:noFill/>
                  </a:tcPr>
                </a:tc>
                <a:tc>
                  <a:txBody>
                    <a:bodyPr/>
                    <a:lstStyle/>
                    <a:p>
                      <a:pPr>
                        <a:buNone/>
                      </a:pPr>
                      <a:r>
                        <a:rPr lang="en-IN" sz="1100">
                          <a:latin typeface="Courier New" panose="02070309020205020404" pitchFamily="49" charset="0"/>
                        </a:rPr>
                        <a:t>my_list.clear()</a:t>
                      </a:r>
                      <a:endParaRPr lang="en-IN" sz="1100"/>
                    </a:p>
                  </a:txBody>
                  <a:tcPr marL="56511" marR="56511" marT="28255" marB="28255" anchor="ctr">
                    <a:lnL>
                      <a:noFill/>
                    </a:lnL>
                    <a:lnR>
                      <a:noFill/>
                    </a:lnR>
                    <a:lnT>
                      <a:noFill/>
                    </a:lnT>
                    <a:lnB>
                      <a:noFill/>
                    </a:lnB>
                    <a:noFill/>
                  </a:tcPr>
                </a:tc>
                <a:tc>
                  <a:txBody>
                    <a:bodyPr/>
                    <a:lstStyle/>
                    <a:p>
                      <a:pPr>
                        <a:buNone/>
                      </a:pPr>
                      <a:r>
                        <a:rPr lang="en-IN" sz="1100"/>
                        <a:t>Removes all elements</a:t>
                      </a:r>
                    </a:p>
                  </a:txBody>
                  <a:tcPr marL="56511" marR="56511" marT="28255" marB="28255" anchor="ctr">
                    <a:lnL>
                      <a:noFill/>
                    </a:lnL>
                    <a:lnR>
                      <a:noFill/>
                    </a:lnR>
                    <a:lnT>
                      <a:noFill/>
                    </a:lnT>
                    <a:lnB>
                      <a:noFill/>
                    </a:lnB>
                    <a:noFill/>
                  </a:tcPr>
                </a:tc>
                <a:extLst>
                  <a:ext uri="{0D108BD9-81ED-4DB2-BD59-A6C34878D82A}">
                    <a16:rowId xmlns:a16="http://schemas.microsoft.com/office/drawing/2014/main" val="1998071733"/>
                  </a:ext>
                </a:extLst>
              </a:tr>
              <a:tr h="395576">
                <a:tc>
                  <a:txBody>
                    <a:bodyPr/>
                    <a:lstStyle/>
                    <a:p>
                      <a:pPr>
                        <a:buNone/>
                      </a:pPr>
                      <a:r>
                        <a:rPr lang="en-IN" sz="1100"/>
                        <a:t>Copy list</a:t>
                      </a:r>
                    </a:p>
                  </a:txBody>
                  <a:tcPr marL="56511" marR="56511" marT="28255" marB="28255" anchor="ctr">
                    <a:lnL>
                      <a:noFill/>
                    </a:lnL>
                    <a:lnR>
                      <a:noFill/>
                    </a:lnR>
                    <a:lnT>
                      <a:noFill/>
                    </a:lnT>
                    <a:lnB>
                      <a:noFill/>
                    </a:lnB>
                    <a:noFill/>
                  </a:tcPr>
                </a:tc>
                <a:tc>
                  <a:txBody>
                    <a:bodyPr/>
                    <a:lstStyle/>
                    <a:p>
                      <a:pPr>
                        <a:buNone/>
                      </a:pPr>
                      <a:r>
                        <a:rPr lang="en-IN" sz="1100">
                          <a:latin typeface="Courier New" panose="02070309020205020404" pitchFamily="49" charset="0"/>
                        </a:rPr>
                        <a:t>copy_list = my_list.copy()</a:t>
                      </a:r>
                      <a:endParaRPr lang="en-IN" sz="1100"/>
                    </a:p>
                  </a:txBody>
                  <a:tcPr marL="56511" marR="56511" marT="28255" marB="28255" anchor="ctr">
                    <a:lnL>
                      <a:noFill/>
                    </a:lnL>
                    <a:lnR>
                      <a:noFill/>
                    </a:lnR>
                    <a:lnT>
                      <a:noFill/>
                    </a:lnT>
                    <a:lnB>
                      <a:noFill/>
                    </a:lnB>
                    <a:noFill/>
                  </a:tcPr>
                </a:tc>
                <a:tc>
                  <a:txBody>
                    <a:bodyPr/>
                    <a:lstStyle/>
                    <a:p>
                      <a:pPr>
                        <a:buNone/>
                      </a:pPr>
                      <a:r>
                        <a:rPr lang="en-IN" sz="1100" dirty="0"/>
                        <a:t>Creates a shallow copy</a:t>
                      </a:r>
                    </a:p>
                  </a:txBody>
                  <a:tcPr marL="56511" marR="56511" marT="28255" marB="28255" anchor="ctr">
                    <a:lnL>
                      <a:noFill/>
                    </a:lnL>
                    <a:lnR>
                      <a:noFill/>
                    </a:lnR>
                    <a:lnT>
                      <a:noFill/>
                    </a:lnT>
                    <a:lnB>
                      <a:noFill/>
                    </a:lnB>
                    <a:noFill/>
                  </a:tcPr>
                </a:tc>
                <a:extLst>
                  <a:ext uri="{0D108BD9-81ED-4DB2-BD59-A6C34878D82A}">
                    <a16:rowId xmlns:a16="http://schemas.microsoft.com/office/drawing/2014/main" val="4056435849"/>
                  </a:ext>
                </a:extLst>
              </a:tr>
            </a:tbl>
          </a:graphicData>
        </a:graphic>
      </p:graphicFrame>
    </p:spTree>
    <p:extLst>
      <p:ext uri="{BB962C8B-B14F-4D97-AF65-F5344CB8AC3E}">
        <p14:creationId xmlns:p14="http://schemas.microsoft.com/office/powerpoint/2010/main" val="16126999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F9F39-D0A3-12FA-35FB-1580FAD2A6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B203BC-6ED3-1271-30A8-D32DA46518D4}"/>
              </a:ext>
            </a:extLst>
          </p:cNvPr>
          <p:cNvSpPr>
            <a:spLocks noGrp="1"/>
          </p:cNvSpPr>
          <p:nvPr>
            <p:ph type="title"/>
          </p:nvPr>
        </p:nvSpPr>
        <p:spPr/>
        <p:txBody>
          <a:bodyPr/>
          <a:lstStyle/>
          <a:p>
            <a:r>
              <a:rPr lang="en-IN" dirty="0"/>
              <a:t>Data structure - Tuple</a:t>
            </a:r>
            <a:endParaRPr lang="en-US" dirty="0">
              <a:latin typeface="Frutiger LT Pro 55 Roman" panose="020B0602020204020204"/>
            </a:endParaRPr>
          </a:p>
        </p:txBody>
      </p:sp>
    </p:spTree>
    <p:extLst>
      <p:ext uri="{BB962C8B-B14F-4D97-AF65-F5344CB8AC3E}">
        <p14:creationId xmlns:p14="http://schemas.microsoft.com/office/powerpoint/2010/main" val="35424015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4127723-8EC7-E2A9-01B3-DCB8EDD1F763}"/>
              </a:ext>
            </a:extLst>
          </p:cNvPr>
          <p:cNvSpPr>
            <a:spLocks noGrp="1"/>
          </p:cNvSpPr>
          <p:nvPr>
            <p:ph type="body" sz="quarter" idx="13"/>
          </p:nvPr>
        </p:nvSpPr>
        <p:spPr/>
        <p:txBody>
          <a:bodyPr/>
          <a:lstStyle/>
          <a:p>
            <a:pPr marL="0" indent="0">
              <a:buNone/>
            </a:pPr>
            <a:r>
              <a:rPr lang="en-US" dirty="0"/>
              <a:t>Tuple</a:t>
            </a:r>
            <a:endParaRPr lang="en-IN" dirty="0"/>
          </a:p>
        </p:txBody>
      </p:sp>
      <p:sp>
        <p:nvSpPr>
          <p:cNvPr id="3" name="Content Placeholder 2">
            <a:extLst>
              <a:ext uri="{FF2B5EF4-FFF2-40B4-BE49-F238E27FC236}">
                <a16:creationId xmlns:a16="http://schemas.microsoft.com/office/drawing/2014/main" id="{A4D67D7E-05D6-C4FC-A40F-863954612A28}"/>
              </a:ext>
            </a:extLst>
          </p:cNvPr>
          <p:cNvSpPr>
            <a:spLocks noGrp="1"/>
          </p:cNvSpPr>
          <p:nvPr>
            <p:ph idx="15"/>
          </p:nvPr>
        </p:nvSpPr>
        <p:spPr>
          <a:xfrm>
            <a:off x="533400" y="1310640"/>
            <a:ext cx="11125200" cy="4863148"/>
          </a:xfrm>
        </p:spPr>
        <p:txBody>
          <a:bodyPr>
            <a:normAutofit/>
          </a:bodyPr>
          <a:lstStyle/>
          <a:p>
            <a:pPr marL="0" indent="0">
              <a:buNone/>
            </a:pPr>
            <a:r>
              <a:rPr lang="en-US" sz="2000" b="0" dirty="0">
                <a:latin typeface="Arial" panose="020B0604020202020204" pitchFamily="34" charset="0"/>
                <a:cs typeface="Arial" panose="020B0604020202020204" pitchFamily="34" charset="0"/>
              </a:rPr>
              <a:t>Tuple is a collection of Python objects much like a list but Tuples are immutable in nature i.e. the elements in the tuple cannot be added or removed once created. Just like a List, a Tuple can also contain elements of various types.</a:t>
            </a:r>
            <a:endParaRPr lang="en-IN"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4C21D5EB-B1F9-0180-9DDF-D30EA745DF5D}"/>
              </a:ext>
            </a:extLst>
          </p:cNvPr>
          <p:cNvPicPr>
            <a:picLocks noChangeAspect="1"/>
          </p:cNvPicPr>
          <p:nvPr/>
        </p:nvPicPr>
        <p:blipFill>
          <a:blip r:embed="rId2"/>
          <a:stretch>
            <a:fillRect/>
          </a:stretch>
        </p:blipFill>
        <p:spPr>
          <a:xfrm>
            <a:off x="827325" y="2827622"/>
            <a:ext cx="5532835" cy="1896778"/>
          </a:xfrm>
          <a:prstGeom prst="rect">
            <a:avLst/>
          </a:prstGeom>
        </p:spPr>
      </p:pic>
      <p:pic>
        <p:nvPicPr>
          <p:cNvPr id="7" name="Picture 6">
            <a:extLst>
              <a:ext uri="{FF2B5EF4-FFF2-40B4-BE49-F238E27FC236}">
                <a16:creationId xmlns:a16="http://schemas.microsoft.com/office/drawing/2014/main" id="{0B5D52A2-4913-7795-0DC6-9C6E97C2D97B}"/>
              </a:ext>
            </a:extLst>
          </p:cNvPr>
          <p:cNvPicPr>
            <a:picLocks noChangeAspect="1"/>
          </p:cNvPicPr>
          <p:nvPr/>
        </p:nvPicPr>
        <p:blipFill>
          <a:blip r:embed="rId3"/>
          <a:stretch>
            <a:fillRect/>
          </a:stretch>
        </p:blipFill>
        <p:spPr>
          <a:xfrm>
            <a:off x="6850299" y="3041155"/>
            <a:ext cx="4894892" cy="1114285"/>
          </a:xfrm>
          <a:prstGeom prst="rect">
            <a:avLst/>
          </a:prstGeom>
        </p:spPr>
      </p:pic>
    </p:spTree>
    <p:extLst>
      <p:ext uri="{BB962C8B-B14F-4D97-AF65-F5344CB8AC3E}">
        <p14:creationId xmlns:p14="http://schemas.microsoft.com/office/powerpoint/2010/main" val="7100324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766A1FC-4A03-B3DB-2827-866CEF22D8FC}"/>
              </a:ext>
            </a:extLst>
          </p:cNvPr>
          <p:cNvSpPr>
            <a:spLocks noGrp="1"/>
          </p:cNvSpPr>
          <p:nvPr>
            <p:ph type="body" sz="quarter" idx="13"/>
          </p:nvPr>
        </p:nvSpPr>
        <p:spPr/>
        <p:txBody>
          <a:bodyPr/>
          <a:lstStyle/>
          <a:p>
            <a:pPr marL="0" indent="0">
              <a:buNone/>
            </a:pPr>
            <a:r>
              <a:rPr lang="en-US" dirty="0"/>
              <a:t>Operations in Tuple</a:t>
            </a:r>
            <a:endParaRPr lang="en-IN" dirty="0"/>
          </a:p>
        </p:txBody>
      </p:sp>
      <p:graphicFrame>
        <p:nvGraphicFramePr>
          <p:cNvPr id="4" name="Content Placeholder 3">
            <a:extLst>
              <a:ext uri="{FF2B5EF4-FFF2-40B4-BE49-F238E27FC236}">
                <a16:creationId xmlns:a16="http://schemas.microsoft.com/office/drawing/2014/main" id="{4FAED4FF-1B03-787C-2414-0DBE328791AA}"/>
              </a:ext>
            </a:extLst>
          </p:cNvPr>
          <p:cNvGraphicFramePr>
            <a:graphicFrameLocks noGrp="1"/>
          </p:cNvGraphicFramePr>
          <p:nvPr>
            <p:ph idx="15"/>
            <p:extLst>
              <p:ext uri="{D42A27DB-BD31-4B8C-83A1-F6EECF244321}">
                <p14:modId xmlns:p14="http://schemas.microsoft.com/office/powerpoint/2010/main" val="1562477969"/>
              </p:ext>
            </p:extLst>
          </p:nvPr>
        </p:nvGraphicFramePr>
        <p:xfrm>
          <a:off x="1056640" y="1584960"/>
          <a:ext cx="9835710" cy="4725441"/>
        </p:xfrm>
        <a:graphic>
          <a:graphicData uri="http://schemas.openxmlformats.org/drawingml/2006/table">
            <a:tbl>
              <a:tblPr/>
              <a:tblGrid>
                <a:gridCol w="3278570">
                  <a:extLst>
                    <a:ext uri="{9D8B030D-6E8A-4147-A177-3AD203B41FA5}">
                      <a16:colId xmlns:a16="http://schemas.microsoft.com/office/drawing/2014/main" val="320046057"/>
                    </a:ext>
                  </a:extLst>
                </a:gridCol>
                <a:gridCol w="3278570">
                  <a:extLst>
                    <a:ext uri="{9D8B030D-6E8A-4147-A177-3AD203B41FA5}">
                      <a16:colId xmlns:a16="http://schemas.microsoft.com/office/drawing/2014/main" val="2274531572"/>
                    </a:ext>
                  </a:extLst>
                </a:gridCol>
                <a:gridCol w="3278570">
                  <a:extLst>
                    <a:ext uri="{9D8B030D-6E8A-4147-A177-3AD203B41FA5}">
                      <a16:colId xmlns:a16="http://schemas.microsoft.com/office/drawing/2014/main" val="2370768349"/>
                    </a:ext>
                  </a:extLst>
                </a:gridCol>
              </a:tblGrid>
              <a:tr h="331497">
                <a:tc>
                  <a:txBody>
                    <a:bodyPr/>
                    <a:lstStyle/>
                    <a:p>
                      <a:pPr>
                        <a:buNone/>
                      </a:pPr>
                      <a:r>
                        <a:rPr lang="en-IN" sz="1600" b="1"/>
                        <a:t>Operation</a:t>
                      </a:r>
                      <a:endParaRPr lang="en-IN" sz="1600"/>
                    </a:p>
                  </a:txBody>
                  <a:tcPr marL="80580" marR="80580" marT="40290" marB="40290" anchor="ctr">
                    <a:lnL>
                      <a:noFill/>
                    </a:lnL>
                    <a:lnR>
                      <a:noFill/>
                    </a:lnR>
                    <a:lnT>
                      <a:noFill/>
                    </a:lnT>
                    <a:lnB>
                      <a:noFill/>
                    </a:lnB>
                    <a:noFill/>
                  </a:tcPr>
                </a:tc>
                <a:tc>
                  <a:txBody>
                    <a:bodyPr/>
                    <a:lstStyle/>
                    <a:p>
                      <a:pPr>
                        <a:buNone/>
                      </a:pPr>
                      <a:r>
                        <a:rPr lang="en-IN" sz="1600" b="1"/>
                        <a:t>Syntax / Method</a:t>
                      </a:r>
                      <a:endParaRPr lang="en-IN" sz="1600"/>
                    </a:p>
                  </a:txBody>
                  <a:tcPr marL="80580" marR="80580" marT="40290" marB="40290" anchor="ctr">
                    <a:lnL>
                      <a:noFill/>
                    </a:lnL>
                    <a:lnR>
                      <a:noFill/>
                    </a:lnR>
                    <a:lnT>
                      <a:noFill/>
                    </a:lnT>
                    <a:lnB>
                      <a:noFill/>
                    </a:lnB>
                    <a:noFill/>
                  </a:tcPr>
                </a:tc>
                <a:tc>
                  <a:txBody>
                    <a:bodyPr/>
                    <a:lstStyle/>
                    <a:p>
                      <a:pPr>
                        <a:buNone/>
                      </a:pPr>
                      <a:r>
                        <a:rPr lang="en-IN" sz="1600" b="1"/>
                        <a:t>Description</a:t>
                      </a:r>
                      <a:endParaRPr lang="en-IN" sz="1600"/>
                    </a:p>
                  </a:txBody>
                  <a:tcPr marL="80580" marR="80580" marT="40290" marB="40290" anchor="ctr">
                    <a:lnL>
                      <a:noFill/>
                    </a:lnL>
                    <a:lnR>
                      <a:noFill/>
                    </a:lnR>
                    <a:lnT>
                      <a:noFill/>
                    </a:lnT>
                    <a:lnB>
                      <a:noFill/>
                    </a:lnB>
                    <a:noFill/>
                  </a:tcPr>
                </a:tc>
                <a:extLst>
                  <a:ext uri="{0D108BD9-81ED-4DB2-BD59-A6C34878D82A}">
                    <a16:rowId xmlns:a16="http://schemas.microsoft.com/office/drawing/2014/main" val="2763282383"/>
                  </a:ext>
                </a:extLst>
              </a:tr>
              <a:tr h="331497">
                <a:tc>
                  <a:txBody>
                    <a:bodyPr/>
                    <a:lstStyle/>
                    <a:p>
                      <a:pPr>
                        <a:buNone/>
                      </a:pPr>
                      <a:r>
                        <a:rPr lang="en-IN" sz="1600"/>
                        <a:t>Create a tuple</a:t>
                      </a:r>
                    </a:p>
                  </a:txBody>
                  <a:tcPr marL="80580" marR="80580" marT="40290" marB="40290" anchor="ctr">
                    <a:lnL>
                      <a:noFill/>
                    </a:lnL>
                    <a:lnR>
                      <a:noFill/>
                    </a:lnR>
                    <a:lnT>
                      <a:noFill/>
                    </a:lnT>
                    <a:lnB>
                      <a:noFill/>
                    </a:lnB>
                    <a:noFill/>
                  </a:tcPr>
                </a:tc>
                <a:tc>
                  <a:txBody>
                    <a:bodyPr/>
                    <a:lstStyle/>
                    <a:p>
                      <a:pPr>
                        <a:buNone/>
                      </a:pPr>
                      <a:r>
                        <a:rPr lang="en-US" sz="1600">
                          <a:latin typeface="Courier New" panose="02070309020205020404" pitchFamily="49" charset="0"/>
                        </a:rPr>
                        <a:t>my_tuple = (1, 2, 3)</a:t>
                      </a:r>
                      <a:endParaRPr lang="en-US" sz="1600"/>
                    </a:p>
                  </a:txBody>
                  <a:tcPr marL="80580" marR="80580" marT="40290" marB="40290" anchor="ctr">
                    <a:lnL>
                      <a:noFill/>
                    </a:lnL>
                    <a:lnR>
                      <a:noFill/>
                    </a:lnR>
                    <a:lnT>
                      <a:noFill/>
                    </a:lnT>
                    <a:lnB>
                      <a:noFill/>
                    </a:lnB>
                    <a:noFill/>
                  </a:tcPr>
                </a:tc>
                <a:tc>
                  <a:txBody>
                    <a:bodyPr/>
                    <a:lstStyle/>
                    <a:p>
                      <a:pPr>
                        <a:buNone/>
                      </a:pPr>
                      <a:r>
                        <a:rPr lang="en-IN" sz="1600"/>
                        <a:t>Initializes a tuple</a:t>
                      </a:r>
                    </a:p>
                  </a:txBody>
                  <a:tcPr marL="80580" marR="80580" marT="40290" marB="40290" anchor="ctr">
                    <a:lnL>
                      <a:noFill/>
                    </a:lnL>
                    <a:lnR>
                      <a:noFill/>
                    </a:lnR>
                    <a:lnT>
                      <a:noFill/>
                    </a:lnT>
                    <a:lnB>
                      <a:noFill/>
                    </a:lnB>
                    <a:noFill/>
                  </a:tcPr>
                </a:tc>
                <a:extLst>
                  <a:ext uri="{0D108BD9-81ED-4DB2-BD59-A6C34878D82A}">
                    <a16:rowId xmlns:a16="http://schemas.microsoft.com/office/drawing/2014/main" val="1629231742"/>
                  </a:ext>
                </a:extLst>
              </a:tr>
              <a:tr h="331497">
                <a:tc>
                  <a:txBody>
                    <a:bodyPr/>
                    <a:lstStyle/>
                    <a:p>
                      <a:pPr>
                        <a:buNone/>
                      </a:pPr>
                      <a:r>
                        <a:rPr lang="en-IN" sz="1600"/>
                        <a:t>Access element</a:t>
                      </a:r>
                    </a:p>
                  </a:txBody>
                  <a:tcPr marL="80580" marR="80580" marT="40290" marB="40290" anchor="ctr">
                    <a:lnL>
                      <a:noFill/>
                    </a:lnL>
                    <a:lnR>
                      <a:noFill/>
                    </a:lnR>
                    <a:lnT>
                      <a:noFill/>
                    </a:lnT>
                    <a:lnB>
                      <a:noFill/>
                    </a:lnB>
                    <a:noFill/>
                  </a:tcPr>
                </a:tc>
                <a:tc>
                  <a:txBody>
                    <a:bodyPr/>
                    <a:lstStyle/>
                    <a:p>
                      <a:pPr>
                        <a:buNone/>
                      </a:pPr>
                      <a:r>
                        <a:rPr lang="en-IN" sz="1600">
                          <a:latin typeface="Courier New" panose="02070309020205020404" pitchFamily="49" charset="0"/>
                        </a:rPr>
                        <a:t>my_tuple[0]</a:t>
                      </a:r>
                      <a:endParaRPr lang="en-IN" sz="1600"/>
                    </a:p>
                  </a:txBody>
                  <a:tcPr marL="80580" marR="80580" marT="40290" marB="40290" anchor="ctr">
                    <a:lnL>
                      <a:noFill/>
                    </a:lnL>
                    <a:lnR>
                      <a:noFill/>
                    </a:lnR>
                    <a:lnT>
                      <a:noFill/>
                    </a:lnT>
                    <a:lnB>
                      <a:noFill/>
                    </a:lnB>
                    <a:noFill/>
                  </a:tcPr>
                </a:tc>
                <a:tc>
                  <a:txBody>
                    <a:bodyPr/>
                    <a:lstStyle/>
                    <a:p>
                      <a:pPr>
                        <a:buNone/>
                      </a:pPr>
                      <a:r>
                        <a:rPr lang="en-IN" sz="1600"/>
                        <a:t>Gets the first element</a:t>
                      </a:r>
                    </a:p>
                  </a:txBody>
                  <a:tcPr marL="80580" marR="80580" marT="40290" marB="40290" anchor="ctr">
                    <a:lnL>
                      <a:noFill/>
                    </a:lnL>
                    <a:lnR>
                      <a:noFill/>
                    </a:lnR>
                    <a:lnT>
                      <a:noFill/>
                    </a:lnT>
                    <a:lnB>
                      <a:noFill/>
                    </a:lnB>
                    <a:noFill/>
                  </a:tcPr>
                </a:tc>
                <a:extLst>
                  <a:ext uri="{0D108BD9-81ED-4DB2-BD59-A6C34878D82A}">
                    <a16:rowId xmlns:a16="http://schemas.microsoft.com/office/drawing/2014/main" val="1907049932"/>
                  </a:ext>
                </a:extLst>
              </a:tr>
              <a:tr h="331497">
                <a:tc>
                  <a:txBody>
                    <a:bodyPr/>
                    <a:lstStyle/>
                    <a:p>
                      <a:pPr>
                        <a:buNone/>
                      </a:pPr>
                      <a:r>
                        <a:rPr lang="en-IN" sz="1600"/>
                        <a:t>Slice tuple</a:t>
                      </a:r>
                    </a:p>
                  </a:txBody>
                  <a:tcPr marL="80580" marR="80580" marT="40290" marB="40290" anchor="ctr">
                    <a:lnL>
                      <a:noFill/>
                    </a:lnL>
                    <a:lnR>
                      <a:noFill/>
                    </a:lnR>
                    <a:lnT>
                      <a:noFill/>
                    </a:lnT>
                    <a:lnB>
                      <a:noFill/>
                    </a:lnB>
                    <a:noFill/>
                  </a:tcPr>
                </a:tc>
                <a:tc>
                  <a:txBody>
                    <a:bodyPr/>
                    <a:lstStyle/>
                    <a:p>
                      <a:pPr>
                        <a:buNone/>
                      </a:pPr>
                      <a:r>
                        <a:rPr lang="en-IN" sz="1600">
                          <a:latin typeface="Courier New" panose="02070309020205020404" pitchFamily="49" charset="0"/>
                        </a:rPr>
                        <a:t>my_tuple[1:3]</a:t>
                      </a:r>
                      <a:endParaRPr lang="en-IN" sz="1600"/>
                    </a:p>
                  </a:txBody>
                  <a:tcPr marL="80580" marR="80580" marT="40290" marB="40290" anchor="ctr">
                    <a:lnL>
                      <a:noFill/>
                    </a:lnL>
                    <a:lnR>
                      <a:noFill/>
                    </a:lnR>
                    <a:lnT>
                      <a:noFill/>
                    </a:lnT>
                    <a:lnB>
                      <a:noFill/>
                    </a:lnB>
                    <a:noFill/>
                  </a:tcPr>
                </a:tc>
                <a:tc>
                  <a:txBody>
                    <a:bodyPr/>
                    <a:lstStyle/>
                    <a:p>
                      <a:pPr>
                        <a:buNone/>
                      </a:pPr>
                      <a:r>
                        <a:rPr lang="en-US" sz="1600"/>
                        <a:t>Gets a sub-tuple from index 1 to 2</a:t>
                      </a:r>
                    </a:p>
                  </a:txBody>
                  <a:tcPr marL="80580" marR="80580" marT="40290" marB="40290" anchor="ctr">
                    <a:lnL>
                      <a:noFill/>
                    </a:lnL>
                    <a:lnR>
                      <a:noFill/>
                    </a:lnR>
                    <a:lnT>
                      <a:noFill/>
                    </a:lnT>
                    <a:lnB>
                      <a:noFill/>
                    </a:lnB>
                    <a:noFill/>
                  </a:tcPr>
                </a:tc>
                <a:extLst>
                  <a:ext uri="{0D108BD9-81ED-4DB2-BD59-A6C34878D82A}">
                    <a16:rowId xmlns:a16="http://schemas.microsoft.com/office/drawing/2014/main" val="1171656868"/>
                  </a:ext>
                </a:extLst>
              </a:tr>
              <a:tr h="331497">
                <a:tc>
                  <a:txBody>
                    <a:bodyPr/>
                    <a:lstStyle/>
                    <a:p>
                      <a:pPr>
                        <a:buNone/>
                      </a:pPr>
                      <a:r>
                        <a:rPr lang="en-IN" sz="1600"/>
                        <a:t>Length of tuple</a:t>
                      </a:r>
                    </a:p>
                  </a:txBody>
                  <a:tcPr marL="80580" marR="80580" marT="40290" marB="40290" anchor="ctr">
                    <a:lnL>
                      <a:noFill/>
                    </a:lnL>
                    <a:lnR>
                      <a:noFill/>
                    </a:lnR>
                    <a:lnT>
                      <a:noFill/>
                    </a:lnT>
                    <a:lnB>
                      <a:noFill/>
                    </a:lnB>
                    <a:noFill/>
                  </a:tcPr>
                </a:tc>
                <a:tc>
                  <a:txBody>
                    <a:bodyPr/>
                    <a:lstStyle/>
                    <a:p>
                      <a:pPr>
                        <a:buNone/>
                      </a:pPr>
                      <a:r>
                        <a:rPr lang="en-IN" sz="1600">
                          <a:latin typeface="Courier New" panose="02070309020205020404" pitchFamily="49" charset="0"/>
                        </a:rPr>
                        <a:t>len(my_tuple)</a:t>
                      </a:r>
                      <a:endParaRPr lang="en-IN" sz="1600"/>
                    </a:p>
                  </a:txBody>
                  <a:tcPr marL="80580" marR="80580" marT="40290" marB="40290" anchor="ctr">
                    <a:lnL>
                      <a:noFill/>
                    </a:lnL>
                    <a:lnR>
                      <a:noFill/>
                    </a:lnR>
                    <a:lnT>
                      <a:noFill/>
                    </a:lnT>
                    <a:lnB>
                      <a:noFill/>
                    </a:lnB>
                    <a:noFill/>
                  </a:tcPr>
                </a:tc>
                <a:tc>
                  <a:txBody>
                    <a:bodyPr/>
                    <a:lstStyle/>
                    <a:p>
                      <a:pPr>
                        <a:buNone/>
                      </a:pPr>
                      <a:r>
                        <a:rPr lang="en-IN" sz="1600"/>
                        <a:t>Returns number of elements</a:t>
                      </a:r>
                    </a:p>
                  </a:txBody>
                  <a:tcPr marL="80580" marR="80580" marT="40290" marB="40290" anchor="ctr">
                    <a:lnL>
                      <a:noFill/>
                    </a:lnL>
                    <a:lnR>
                      <a:noFill/>
                    </a:lnR>
                    <a:lnT>
                      <a:noFill/>
                    </a:lnT>
                    <a:lnB>
                      <a:noFill/>
                    </a:lnB>
                    <a:noFill/>
                  </a:tcPr>
                </a:tc>
                <a:extLst>
                  <a:ext uri="{0D108BD9-81ED-4DB2-BD59-A6C34878D82A}">
                    <a16:rowId xmlns:a16="http://schemas.microsoft.com/office/drawing/2014/main" val="1380191747"/>
                  </a:ext>
                </a:extLst>
              </a:tr>
              <a:tr h="331497">
                <a:tc>
                  <a:txBody>
                    <a:bodyPr/>
                    <a:lstStyle/>
                    <a:p>
                      <a:pPr>
                        <a:buNone/>
                      </a:pPr>
                      <a:r>
                        <a:rPr lang="en-IN" sz="1600"/>
                        <a:t>Loop through tuple</a:t>
                      </a:r>
                    </a:p>
                  </a:txBody>
                  <a:tcPr marL="80580" marR="80580" marT="40290" marB="40290" anchor="ctr">
                    <a:lnL>
                      <a:noFill/>
                    </a:lnL>
                    <a:lnR>
                      <a:noFill/>
                    </a:lnR>
                    <a:lnT>
                      <a:noFill/>
                    </a:lnT>
                    <a:lnB>
                      <a:noFill/>
                    </a:lnB>
                    <a:noFill/>
                  </a:tcPr>
                </a:tc>
                <a:tc>
                  <a:txBody>
                    <a:bodyPr/>
                    <a:lstStyle/>
                    <a:p>
                      <a:pPr>
                        <a:buNone/>
                      </a:pPr>
                      <a:r>
                        <a:rPr lang="en-US" sz="1600">
                          <a:latin typeface="Courier New" panose="02070309020205020404" pitchFamily="49" charset="0"/>
                        </a:rPr>
                        <a:t>for x in my_tuple:</a:t>
                      </a:r>
                      <a:endParaRPr lang="en-US" sz="1600"/>
                    </a:p>
                  </a:txBody>
                  <a:tcPr marL="80580" marR="80580" marT="40290" marB="40290" anchor="ctr">
                    <a:lnL>
                      <a:noFill/>
                    </a:lnL>
                    <a:lnR>
                      <a:noFill/>
                    </a:lnR>
                    <a:lnT>
                      <a:noFill/>
                    </a:lnT>
                    <a:lnB>
                      <a:noFill/>
                    </a:lnB>
                    <a:noFill/>
                  </a:tcPr>
                </a:tc>
                <a:tc>
                  <a:txBody>
                    <a:bodyPr/>
                    <a:lstStyle/>
                    <a:p>
                      <a:pPr>
                        <a:buNone/>
                      </a:pPr>
                      <a:r>
                        <a:rPr lang="en-IN" sz="1600"/>
                        <a:t>Iterates over each element</a:t>
                      </a:r>
                    </a:p>
                  </a:txBody>
                  <a:tcPr marL="80580" marR="80580" marT="40290" marB="40290" anchor="ctr">
                    <a:lnL>
                      <a:noFill/>
                    </a:lnL>
                    <a:lnR>
                      <a:noFill/>
                    </a:lnR>
                    <a:lnT>
                      <a:noFill/>
                    </a:lnT>
                    <a:lnB>
                      <a:noFill/>
                    </a:lnB>
                    <a:noFill/>
                  </a:tcPr>
                </a:tc>
                <a:extLst>
                  <a:ext uri="{0D108BD9-81ED-4DB2-BD59-A6C34878D82A}">
                    <a16:rowId xmlns:a16="http://schemas.microsoft.com/office/drawing/2014/main" val="3570702301"/>
                  </a:ext>
                </a:extLst>
              </a:tr>
              <a:tr h="331497">
                <a:tc>
                  <a:txBody>
                    <a:bodyPr/>
                    <a:lstStyle/>
                    <a:p>
                      <a:pPr>
                        <a:buNone/>
                      </a:pPr>
                      <a:r>
                        <a:rPr lang="en-IN" sz="1600"/>
                        <a:t>Check existence</a:t>
                      </a:r>
                    </a:p>
                  </a:txBody>
                  <a:tcPr marL="80580" marR="80580" marT="40290" marB="40290" anchor="ctr">
                    <a:lnL>
                      <a:noFill/>
                    </a:lnL>
                    <a:lnR>
                      <a:noFill/>
                    </a:lnR>
                    <a:lnT>
                      <a:noFill/>
                    </a:lnT>
                    <a:lnB>
                      <a:noFill/>
                    </a:lnB>
                    <a:noFill/>
                  </a:tcPr>
                </a:tc>
                <a:tc>
                  <a:txBody>
                    <a:bodyPr/>
                    <a:lstStyle/>
                    <a:p>
                      <a:pPr>
                        <a:buNone/>
                      </a:pPr>
                      <a:r>
                        <a:rPr lang="en-IN" sz="1600">
                          <a:latin typeface="Courier New" panose="02070309020205020404" pitchFamily="49" charset="0"/>
                        </a:rPr>
                        <a:t>2 in my_tuple</a:t>
                      </a:r>
                      <a:endParaRPr lang="en-IN" sz="1600"/>
                    </a:p>
                  </a:txBody>
                  <a:tcPr marL="80580" marR="80580" marT="40290" marB="40290" anchor="ctr">
                    <a:lnL>
                      <a:noFill/>
                    </a:lnL>
                    <a:lnR>
                      <a:noFill/>
                    </a:lnR>
                    <a:lnT>
                      <a:noFill/>
                    </a:lnT>
                    <a:lnB>
                      <a:noFill/>
                    </a:lnB>
                    <a:noFill/>
                  </a:tcPr>
                </a:tc>
                <a:tc>
                  <a:txBody>
                    <a:bodyPr/>
                    <a:lstStyle/>
                    <a:p>
                      <a:pPr>
                        <a:buNone/>
                      </a:pPr>
                      <a:r>
                        <a:rPr lang="en-US" sz="1600"/>
                        <a:t>Returns </a:t>
                      </a:r>
                      <a:r>
                        <a:rPr lang="en-US" sz="1600">
                          <a:latin typeface="Courier New" panose="02070309020205020404" pitchFamily="49" charset="0"/>
                        </a:rPr>
                        <a:t>True</a:t>
                      </a:r>
                      <a:r>
                        <a:rPr lang="en-US" sz="1600"/>
                        <a:t> if 2 is in the tuple</a:t>
                      </a:r>
                    </a:p>
                  </a:txBody>
                  <a:tcPr marL="80580" marR="80580" marT="40290" marB="40290" anchor="ctr">
                    <a:lnL>
                      <a:noFill/>
                    </a:lnL>
                    <a:lnR>
                      <a:noFill/>
                    </a:lnR>
                    <a:lnT>
                      <a:noFill/>
                    </a:lnT>
                    <a:lnB>
                      <a:noFill/>
                    </a:lnB>
                    <a:noFill/>
                  </a:tcPr>
                </a:tc>
                <a:extLst>
                  <a:ext uri="{0D108BD9-81ED-4DB2-BD59-A6C34878D82A}">
                    <a16:rowId xmlns:a16="http://schemas.microsoft.com/office/drawing/2014/main" val="3611802204"/>
                  </a:ext>
                </a:extLst>
              </a:tr>
              <a:tr h="331497">
                <a:tc>
                  <a:txBody>
                    <a:bodyPr/>
                    <a:lstStyle/>
                    <a:p>
                      <a:pPr>
                        <a:buNone/>
                      </a:pPr>
                      <a:r>
                        <a:rPr lang="en-IN" sz="1600"/>
                        <a:t>Count occurrences</a:t>
                      </a:r>
                    </a:p>
                  </a:txBody>
                  <a:tcPr marL="80580" marR="80580" marT="40290" marB="40290" anchor="ctr">
                    <a:lnL>
                      <a:noFill/>
                    </a:lnL>
                    <a:lnR>
                      <a:noFill/>
                    </a:lnR>
                    <a:lnT>
                      <a:noFill/>
                    </a:lnT>
                    <a:lnB>
                      <a:noFill/>
                    </a:lnB>
                    <a:noFill/>
                  </a:tcPr>
                </a:tc>
                <a:tc>
                  <a:txBody>
                    <a:bodyPr/>
                    <a:lstStyle/>
                    <a:p>
                      <a:pPr>
                        <a:buNone/>
                      </a:pPr>
                      <a:r>
                        <a:rPr lang="en-IN" sz="1600">
                          <a:latin typeface="Courier New" panose="02070309020205020404" pitchFamily="49" charset="0"/>
                        </a:rPr>
                        <a:t>my_tuple.count(2)</a:t>
                      </a:r>
                      <a:endParaRPr lang="en-IN" sz="1600"/>
                    </a:p>
                  </a:txBody>
                  <a:tcPr marL="80580" marR="80580" marT="40290" marB="40290" anchor="ctr">
                    <a:lnL>
                      <a:noFill/>
                    </a:lnL>
                    <a:lnR>
                      <a:noFill/>
                    </a:lnR>
                    <a:lnT>
                      <a:noFill/>
                    </a:lnT>
                    <a:lnB>
                      <a:noFill/>
                    </a:lnB>
                    <a:noFill/>
                  </a:tcPr>
                </a:tc>
                <a:tc>
                  <a:txBody>
                    <a:bodyPr/>
                    <a:lstStyle/>
                    <a:p>
                      <a:pPr>
                        <a:buNone/>
                      </a:pPr>
                      <a:r>
                        <a:rPr lang="en-US" sz="1600"/>
                        <a:t>Counts how many times 2 appears</a:t>
                      </a:r>
                    </a:p>
                  </a:txBody>
                  <a:tcPr marL="80580" marR="80580" marT="40290" marB="40290" anchor="ctr">
                    <a:lnL>
                      <a:noFill/>
                    </a:lnL>
                    <a:lnR>
                      <a:noFill/>
                    </a:lnR>
                    <a:lnT>
                      <a:noFill/>
                    </a:lnT>
                    <a:lnB>
                      <a:noFill/>
                    </a:lnB>
                    <a:noFill/>
                  </a:tcPr>
                </a:tc>
                <a:extLst>
                  <a:ext uri="{0D108BD9-81ED-4DB2-BD59-A6C34878D82A}">
                    <a16:rowId xmlns:a16="http://schemas.microsoft.com/office/drawing/2014/main" val="973624548"/>
                  </a:ext>
                </a:extLst>
              </a:tr>
              <a:tr h="580656">
                <a:tc>
                  <a:txBody>
                    <a:bodyPr/>
                    <a:lstStyle/>
                    <a:p>
                      <a:pPr>
                        <a:buNone/>
                      </a:pPr>
                      <a:r>
                        <a:rPr lang="en-IN" sz="1600"/>
                        <a:t>Find index</a:t>
                      </a:r>
                    </a:p>
                  </a:txBody>
                  <a:tcPr marL="80580" marR="80580" marT="40290" marB="40290" anchor="ctr">
                    <a:lnL>
                      <a:noFill/>
                    </a:lnL>
                    <a:lnR>
                      <a:noFill/>
                    </a:lnR>
                    <a:lnT>
                      <a:noFill/>
                    </a:lnT>
                    <a:lnB>
                      <a:noFill/>
                    </a:lnB>
                    <a:noFill/>
                  </a:tcPr>
                </a:tc>
                <a:tc>
                  <a:txBody>
                    <a:bodyPr/>
                    <a:lstStyle/>
                    <a:p>
                      <a:pPr>
                        <a:buNone/>
                      </a:pPr>
                      <a:r>
                        <a:rPr lang="en-IN" sz="1600">
                          <a:latin typeface="Courier New" panose="02070309020205020404" pitchFamily="49" charset="0"/>
                        </a:rPr>
                        <a:t>my_tuple.index(2)</a:t>
                      </a:r>
                      <a:endParaRPr lang="en-IN" sz="1600"/>
                    </a:p>
                  </a:txBody>
                  <a:tcPr marL="80580" marR="80580" marT="40290" marB="40290" anchor="ctr">
                    <a:lnL>
                      <a:noFill/>
                    </a:lnL>
                    <a:lnR>
                      <a:noFill/>
                    </a:lnR>
                    <a:lnT>
                      <a:noFill/>
                    </a:lnT>
                    <a:lnB>
                      <a:noFill/>
                    </a:lnB>
                    <a:noFill/>
                  </a:tcPr>
                </a:tc>
                <a:tc>
                  <a:txBody>
                    <a:bodyPr/>
                    <a:lstStyle/>
                    <a:p>
                      <a:pPr>
                        <a:buNone/>
                      </a:pPr>
                      <a:r>
                        <a:rPr lang="en-US" sz="1600"/>
                        <a:t>Returns the index of first occurrence of 2</a:t>
                      </a:r>
                    </a:p>
                  </a:txBody>
                  <a:tcPr marL="80580" marR="80580" marT="40290" marB="40290" anchor="ctr">
                    <a:lnL>
                      <a:noFill/>
                    </a:lnL>
                    <a:lnR>
                      <a:noFill/>
                    </a:lnR>
                    <a:lnT>
                      <a:noFill/>
                    </a:lnT>
                    <a:lnB>
                      <a:noFill/>
                    </a:lnB>
                    <a:noFill/>
                  </a:tcPr>
                </a:tc>
                <a:extLst>
                  <a:ext uri="{0D108BD9-81ED-4DB2-BD59-A6C34878D82A}">
                    <a16:rowId xmlns:a16="http://schemas.microsoft.com/office/drawing/2014/main" val="724988862"/>
                  </a:ext>
                </a:extLst>
              </a:tr>
              <a:tr h="580656">
                <a:tc>
                  <a:txBody>
                    <a:bodyPr/>
                    <a:lstStyle/>
                    <a:p>
                      <a:pPr>
                        <a:buNone/>
                      </a:pPr>
                      <a:r>
                        <a:rPr lang="en-IN" sz="1600"/>
                        <a:t>Nested tuples</a:t>
                      </a:r>
                    </a:p>
                  </a:txBody>
                  <a:tcPr marL="80580" marR="80580" marT="40290" marB="40290" anchor="ctr">
                    <a:lnL>
                      <a:noFill/>
                    </a:lnL>
                    <a:lnR>
                      <a:noFill/>
                    </a:lnR>
                    <a:lnT>
                      <a:noFill/>
                    </a:lnT>
                    <a:lnB>
                      <a:noFill/>
                    </a:lnB>
                    <a:noFill/>
                  </a:tcPr>
                </a:tc>
                <a:tc>
                  <a:txBody>
                    <a:bodyPr/>
                    <a:lstStyle/>
                    <a:p>
                      <a:pPr>
                        <a:buNone/>
                      </a:pPr>
                      <a:r>
                        <a:rPr lang="nb-NO" sz="1600">
                          <a:latin typeface="Courier New" panose="02070309020205020404" pitchFamily="49" charset="0"/>
                        </a:rPr>
                        <a:t>nested = ((1, 2), (3, 4))</a:t>
                      </a:r>
                      <a:endParaRPr lang="nb-NO" sz="1600"/>
                    </a:p>
                  </a:txBody>
                  <a:tcPr marL="80580" marR="80580" marT="40290" marB="40290" anchor="ctr">
                    <a:lnL>
                      <a:noFill/>
                    </a:lnL>
                    <a:lnR>
                      <a:noFill/>
                    </a:lnR>
                    <a:lnT>
                      <a:noFill/>
                    </a:lnT>
                    <a:lnB>
                      <a:noFill/>
                    </a:lnB>
                    <a:noFill/>
                  </a:tcPr>
                </a:tc>
                <a:tc>
                  <a:txBody>
                    <a:bodyPr/>
                    <a:lstStyle/>
                    <a:p>
                      <a:pPr>
                        <a:buNone/>
                      </a:pPr>
                      <a:r>
                        <a:rPr lang="en-US" sz="1600"/>
                        <a:t>Tuples can contain other tuples</a:t>
                      </a:r>
                    </a:p>
                  </a:txBody>
                  <a:tcPr marL="80580" marR="80580" marT="40290" marB="40290" anchor="ctr">
                    <a:lnL>
                      <a:noFill/>
                    </a:lnL>
                    <a:lnR>
                      <a:noFill/>
                    </a:lnR>
                    <a:lnT>
                      <a:noFill/>
                    </a:lnT>
                    <a:lnB>
                      <a:noFill/>
                    </a:lnB>
                    <a:noFill/>
                  </a:tcPr>
                </a:tc>
                <a:extLst>
                  <a:ext uri="{0D108BD9-81ED-4DB2-BD59-A6C34878D82A}">
                    <a16:rowId xmlns:a16="http://schemas.microsoft.com/office/drawing/2014/main" val="1099849271"/>
                  </a:ext>
                </a:extLst>
              </a:tr>
              <a:tr h="331497">
                <a:tc>
                  <a:txBody>
                    <a:bodyPr/>
                    <a:lstStyle/>
                    <a:p>
                      <a:pPr>
                        <a:buNone/>
                      </a:pPr>
                      <a:r>
                        <a:rPr lang="en-IN" sz="1600"/>
                        <a:t>Tuple unpacking</a:t>
                      </a:r>
                    </a:p>
                  </a:txBody>
                  <a:tcPr marL="80580" marR="80580" marT="40290" marB="40290" anchor="ctr">
                    <a:lnL>
                      <a:noFill/>
                    </a:lnL>
                    <a:lnR>
                      <a:noFill/>
                    </a:lnR>
                    <a:lnT>
                      <a:noFill/>
                    </a:lnT>
                    <a:lnB>
                      <a:noFill/>
                    </a:lnB>
                    <a:noFill/>
                  </a:tcPr>
                </a:tc>
                <a:tc>
                  <a:txBody>
                    <a:bodyPr/>
                    <a:lstStyle/>
                    <a:p>
                      <a:pPr>
                        <a:buNone/>
                      </a:pPr>
                      <a:r>
                        <a:rPr lang="en-US" sz="1600">
                          <a:latin typeface="Courier New" panose="02070309020205020404" pitchFamily="49" charset="0"/>
                        </a:rPr>
                        <a:t>a, b, c = my_tuple</a:t>
                      </a:r>
                      <a:endParaRPr lang="en-US" sz="1600"/>
                    </a:p>
                  </a:txBody>
                  <a:tcPr marL="80580" marR="80580" marT="40290" marB="40290" anchor="ctr">
                    <a:lnL>
                      <a:noFill/>
                    </a:lnL>
                    <a:lnR>
                      <a:noFill/>
                    </a:lnR>
                    <a:lnT>
                      <a:noFill/>
                    </a:lnT>
                    <a:lnB>
                      <a:noFill/>
                    </a:lnB>
                    <a:noFill/>
                  </a:tcPr>
                </a:tc>
                <a:tc>
                  <a:txBody>
                    <a:bodyPr/>
                    <a:lstStyle/>
                    <a:p>
                      <a:pPr>
                        <a:buNone/>
                      </a:pPr>
                      <a:r>
                        <a:rPr lang="en-US" sz="1600"/>
                        <a:t>Assigns tuple elements to variables</a:t>
                      </a:r>
                    </a:p>
                  </a:txBody>
                  <a:tcPr marL="80580" marR="80580" marT="40290" marB="40290" anchor="ctr">
                    <a:lnL>
                      <a:noFill/>
                    </a:lnL>
                    <a:lnR>
                      <a:noFill/>
                    </a:lnR>
                    <a:lnT>
                      <a:noFill/>
                    </a:lnT>
                    <a:lnB>
                      <a:noFill/>
                    </a:lnB>
                    <a:noFill/>
                  </a:tcPr>
                </a:tc>
                <a:extLst>
                  <a:ext uri="{0D108BD9-81ED-4DB2-BD59-A6C34878D82A}">
                    <a16:rowId xmlns:a16="http://schemas.microsoft.com/office/drawing/2014/main" val="751920339"/>
                  </a:ext>
                </a:extLst>
              </a:tr>
              <a:tr h="580656">
                <a:tc>
                  <a:txBody>
                    <a:bodyPr/>
                    <a:lstStyle/>
                    <a:p>
                      <a:pPr>
                        <a:buNone/>
                      </a:pPr>
                      <a:r>
                        <a:rPr lang="en-IN" sz="1600"/>
                        <a:t>Immutable nature</a:t>
                      </a:r>
                    </a:p>
                  </a:txBody>
                  <a:tcPr marL="80580" marR="80580" marT="40290" marB="40290" anchor="ctr">
                    <a:lnL>
                      <a:noFill/>
                    </a:lnL>
                    <a:lnR>
                      <a:noFill/>
                    </a:lnR>
                    <a:lnT>
                      <a:noFill/>
                    </a:lnT>
                    <a:lnB>
                      <a:noFill/>
                    </a:lnB>
                    <a:noFill/>
                  </a:tcPr>
                </a:tc>
                <a:tc>
                  <a:txBody>
                    <a:bodyPr/>
                    <a:lstStyle/>
                    <a:p>
                      <a:pPr>
                        <a:buNone/>
                      </a:pPr>
                      <a:r>
                        <a:rPr lang="en-IN" sz="1600">
                          <a:latin typeface="Courier New" panose="02070309020205020404" pitchFamily="49" charset="0"/>
                        </a:rPr>
                        <a:t>my_tuple[0] = 10</a:t>
                      </a:r>
                      <a:r>
                        <a:rPr lang="en-IN" sz="1600"/>
                        <a:t> ❌</a:t>
                      </a:r>
                    </a:p>
                  </a:txBody>
                  <a:tcPr marL="80580" marR="80580" marT="40290" marB="40290" anchor="ctr">
                    <a:lnL>
                      <a:noFill/>
                    </a:lnL>
                    <a:lnR>
                      <a:noFill/>
                    </a:lnR>
                    <a:lnT>
                      <a:noFill/>
                    </a:lnT>
                    <a:lnB>
                      <a:noFill/>
                    </a:lnB>
                    <a:noFill/>
                  </a:tcPr>
                </a:tc>
                <a:tc>
                  <a:txBody>
                    <a:bodyPr/>
                    <a:lstStyle/>
                    <a:p>
                      <a:pPr>
                        <a:buNone/>
                      </a:pPr>
                      <a:r>
                        <a:rPr lang="en-US" sz="1600" dirty="0"/>
                        <a:t>Tuples cannot be modified after creation</a:t>
                      </a:r>
                    </a:p>
                  </a:txBody>
                  <a:tcPr marL="80580" marR="80580" marT="40290" marB="40290" anchor="ctr">
                    <a:lnL>
                      <a:noFill/>
                    </a:lnL>
                    <a:lnR>
                      <a:noFill/>
                    </a:lnR>
                    <a:lnT>
                      <a:noFill/>
                    </a:lnT>
                    <a:lnB>
                      <a:noFill/>
                    </a:lnB>
                    <a:noFill/>
                  </a:tcPr>
                </a:tc>
                <a:extLst>
                  <a:ext uri="{0D108BD9-81ED-4DB2-BD59-A6C34878D82A}">
                    <a16:rowId xmlns:a16="http://schemas.microsoft.com/office/drawing/2014/main" val="2850651022"/>
                  </a:ext>
                </a:extLst>
              </a:tr>
            </a:tbl>
          </a:graphicData>
        </a:graphic>
      </p:graphicFrame>
    </p:spTree>
    <p:extLst>
      <p:ext uri="{BB962C8B-B14F-4D97-AF65-F5344CB8AC3E}">
        <p14:creationId xmlns:p14="http://schemas.microsoft.com/office/powerpoint/2010/main" val="28924383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78F5987-0F38-3300-318D-2CACF52FA34D}"/>
              </a:ext>
            </a:extLst>
          </p:cNvPr>
          <p:cNvSpPr>
            <a:spLocks noGrp="1"/>
          </p:cNvSpPr>
          <p:nvPr>
            <p:ph type="body" sz="quarter" idx="13"/>
          </p:nvPr>
        </p:nvSpPr>
        <p:spPr/>
        <p:txBody>
          <a:bodyPr/>
          <a:lstStyle/>
          <a:p>
            <a:pPr marL="0" indent="0">
              <a:buNone/>
            </a:pPr>
            <a:r>
              <a:rPr lang="en-US" dirty="0"/>
              <a:t>Other libraries</a:t>
            </a:r>
            <a:endParaRPr lang="en-IN" dirty="0"/>
          </a:p>
        </p:txBody>
      </p:sp>
      <p:graphicFrame>
        <p:nvGraphicFramePr>
          <p:cNvPr id="4" name="Content Placeholder 3">
            <a:extLst>
              <a:ext uri="{FF2B5EF4-FFF2-40B4-BE49-F238E27FC236}">
                <a16:creationId xmlns:a16="http://schemas.microsoft.com/office/drawing/2014/main" id="{6E6DC5FE-3C19-B379-B778-ECE75873D21D}"/>
              </a:ext>
            </a:extLst>
          </p:cNvPr>
          <p:cNvGraphicFramePr>
            <a:graphicFrameLocks noGrp="1"/>
          </p:cNvGraphicFramePr>
          <p:nvPr>
            <p:ph idx="15"/>
            <p:extLst>
              <p:ext uri="{D42A27DB-BD31-4B8C-83A1-F6EECF244321}">
                <p14:modId xmlns:p14="http://schemas.microsoft.com/office/powerpoint/2010/main" val="2161781901"/>
              </p:ext>
            </p:extLst>
          </p:nvPr>
        </p:nvGraphicFramePr>
        <p:xfrm>
          <a:off x="1226634" y="1302380"/>
          <a:ext cx="9255510" cy="4413847"/>
        </p:xfrm>
        <a:graphic>
          <a:graphicData uri="http://schemas.openxmlformats.org/drawingml/2006/table">
            <a:tbl>
              <a:tblPr/>
              <a:tblGrid>
                <a:gridCol w="3085170">
                  <a:extLst>
                    <a:ext uri="{9D8B030D-6E8A-4147-A177-3AD203B41FA5}">
                      <a16:colId xmlns:a16="http://schemas.microsoft.com/office/drawing/2014/main" val="3657653758"/>
                    </a:ext>
                  </a:extLst>
                </a:gridCol>
                <a:gridCol w="3085170">
                  <a:extLst>
                    <a:ext uri="{9D8B030D-6E8A-4147-A177-3AD203B41FA5}">
                      <a16:colId xmlns:a16="http://schemas.microsoft.com/office/drawing/2014/main" val="3389170682"/>
                    </a:ext>
                  </a:extLst>
                </a:gridCol>
                <a:gridCol w="3085170">
                  <a:extLst>
                    <a:ext uri="{9D8B030D-6E8A-4147-A177-3AD203B41FA5}">
                      <a16:colId xmlns:a16="http://schemas.microsoft.com/office/drawing/2014/main" val="861794594"/>
                    </a:ext>
                  </a:extLst>
                </a:gridCol>
              </a:tblGrid>
              <a:tr h="217567">
                <a:tc>
                  <a:txBody>
                    <a:bodyPr/>
                    <a:lstStyle/>
                    <a:p>
                      <a:pPr>
                        <a:buNone/>
                      </a:pPr>
                      <a:r>
                        <a:rPr lang="en-IN" sz="1100" b="1"/>
                        <a:t>Data Structure</a:t>
                      </a:r>
                      <a:endParaRPr lang="en-IN" sz="1100"/>
                    </a:p>
                  </a:txBody>
                  <a:tcPr marL="54392" marR="54392" marT="27196" marB="27196" anchor="ctr">
                    <a:lnL>
                      <a:noFill/>
                    </a:lnL>
                    <a:lnR>
                      <a:noFill/>
                    </a:lnR>
                    <a:lnT>
                      <a:noFill/>
                    </a:lnT>
                    <a:lnB>
                      <a:noFill/>
                    </a:lnB>
                    <a:noFill/>
                  </a:tcPr>
                </a:tc>
                <a:tc>
                  <a:txBody>
                    <a:bodyPr/>
                    <a:lstStyle/>
                    <a:p>
                      <a:pPr>
                        <a:buNone/>
                      </a:pPr>
                      <a:r>
                        <a:rPr lang="en-IN" sz="1100" b="1"/>
                        <a:t>Module</a:t>
                      </a:r>
                      <a:endParaRPr lang="en-IN" sz="1100"/>
                    </a:p>
                  </a:txBody>
                  <a:tcPr marL="54392" marR="54392" marT="27196" marB="27196" anchor="ctr">
                    <a:lnL>
                      <a:noFill/>
                    </a:lnL>
                    <a:lnR>
                      <a:noFill/>
                    </a:lnR>
                    <a:lnT>
                      <a:noFill/>
                    </a:lnT>
                    <a:lnB>
                      <a:noFill/>
                    </a:lnB>
                    <a:noFill/>
                  </a:tcPr>
                </a:tc>
                <a:tc>
                  <a:txBody>
                    <a:bodyPr/>
                    <a:lstStyle/>
                    <a:p>
                      <a:pPr>
                        <a:buNone/>
                      </a:pPr>
                      <a:r>
                        <a:rPr lang="en-IN" sz="1100" b="1"/>
                        <a:t>Purpose / Use Case</a:t>
                      </a:r>
                      <a:endParaRPr lang="en-IN" sz="1100"/>
                    </a:p>
                  </a:txBody>
                  <a:tcPr marL="54392" marR="54392" marT="27196" marB="27196" anchor="ctr">
                    <a:lnL>
                      <a:noFill/>
                    </a:lnL>
                    <a:lnR>
                      <a:noFill/>
                    </a:lnR>
                    <a:lnT>
                      <a:noFill/>
                    </a:lnT>
                    <a:lnB>
                      <a:noFill/>
                    </a:lnB>
                    <a:noFill/>
                  </a:tcPr>
                </a:tc>
                <a:extLst>
                  <a:ext uri="{0D108BD9-81ED-4DB2-BD59-A6C34878D82A}">
                    <a16:rowId xmlns:a16="http://schemas.microsoft.com/office/drawing/2014/main" val="2262657770"/>
                  </a:ext>
                </a:extLst>
              </a:tr>
              <a:tr h="543917">
                <a:tc>
                  <a:txBody>
                    <a:bodyPr/>
                    <a:lstStyle/>
                    <a:p>
                      <a:pPr>
                        <a:buNone/>
                      </a:pPr>
                      <a:r>
                        <a:rPr lang="en-IN" sz="1100">
                          <a:latin typeface="Courier New" panose="02070309020205020404" pitchFamily="49" charset="0"/>
                        </a:rPr>
                        <a:t>deque</a:t>
                      </a:r>
                      <a:endParaRPr lang="en-IN" sz="1100"/>
                    </a:p>
                  </a:txBody>
                  <a:tcPr marL="54392" marR="54392" marT="27196" marB="27196" anchor="ctr">
                    <a:lnL>
                      <a:noFill/>
                    </a:lnL>
                    <a:lnR>
                      <a:noFill/>
                    </a:lnR>
                    <a:lnT>
                      <a:noFill/>
                    </a:lnT>
                    <a:lnB>
                      <a:noFill/>
                    </a:lnB>
                    <a:noFill/>
                  </a:tcPr>
                </a:tc>
                <a:tc>
                  <a:txBody>
                    <a:bodyPr/>
                    <a:lstStyle/>
                    <a:p>
                      <a:pPr>
                        <a:buNone/>
                      </a:pPr>
                      <a:r>
                        <a:rPr lang="en-IN" sz="1100">
                          <a:latin typeface="Courier New" panose="02070309020205020404" pitchFamily="49" charset="0"/>
                        </a:rPr>
                        <a:t>collections</a:t>
                      </a:r>
                      <a:endParaRPr lang="en-IN" sz="1100"/>
                    </a:p>
                  </a:txBody>
                  <a:tcPr marL="54392" marR="54392" marT="27196" marB="27196" anchor="ctr">
                    <a:lnL>
                      <a:noFill/>
                    </a:lnL>
                    <a:lnR>
                      <a:noFill/>
                    </a:lnR>
                    <a:lnT>
                      <a:noFill/>
                    </a:lnT>
                    <a:lnB>
                      <a:noFill/>
                    </a:lnB>
                    <a:noFill/>
                  </a:tcPr>
                </a:tc>
                <a:tc>
                  <a:txBody>
                    <a:bodyPr/>
                    <a:lstStyle/>
                    <a:p>
                      <a:pPr>
                        <a:buNone/>
                      </a:pPr>
                      <a:r>
                        <a:rPr lang="en-US" sz="1100"/>
                        <a:t>Double-ended queue for fast appends/pops from both ends. Ideal for stacks and queues.</a:t>
                      </a:r>
                    </a:p>
                  </a:txBody>
                  <a:tcPr marL="54392" marR="54392" marT="27196" marB="27196" anchor="ctr">
                    <a:lnL>
                      <a:noFill/>
                    </a:lnL>
                    <a:lnR>
                      <a:noFill/>
                    </a:lnR>
                    <a:lnT>
                      <a:noFill/>
                    </a:lnT>
                    <a:lnB>
                      <a:noFill/>
                    </a:lnB>
                    <a:noFill/>
                  </a:tcPr>
                </a:tc>
                <a:extLst>
                  <a:ext uri="{0D108BD9-81ED-4DB2-BD59-A6C34878D82A}">
                    <a16:rowId xmlns:a16="http://schemas.microsoft.com/office/drawing/2014/main" val="1664896824"/>
                  </a:ext>
                </a:extLst>
              </a:tr>
              <a:tr h="543917">
                <a:tc>
                  <a:txBody>
                    <a:bodyPr/>
                    <a:lstStyle/>
                    <a:p>
                      <a:pPr>
                        <a:buNone/>
                      </a:pPr>
                      <a:r>
                        <a:rPr lang="en-IN" sz="1100">
                          <a:latin typeface="Courier New" panose="02070309020205020404" pitchFamily="49" charset="0"/>
                        </a:rPr>
                        <a:t>Counter</a:t>
                      </a:r>
                      <a:endParaRPr lang="en-IN" sz="1100"/>
                    </a:p>
                  </a:txBody>
                  <a:tcPr marL="54392" marR="54392" marT="27196" marB="27196" anchor="ctr">
                    <a:lnL>
                      <a:noFill/>
                    </a:lnL>
                    <a:lnR>
                      <a:noFill/>
                    </a:lnR>
                    <a:lnT>
                      <a:noFill/>
                    </a:lnT>
                    <a:lnB>
                      <a:noFill/>
                    </a:lnB>
                    <a:noFill/>
                  </a:tcPr>
                </a:tc>
                <a:tc>
                  <a:txBody>
                    <a:bodyPr/>
                    <a:lstStyle/>
                    <a:p>
                      <a:pPr>
                        <a:buNone/>
                      </a:pPr>
                      <a:r>
                        <a:rPr lang="en-IN" sz="1100">
                          <a:latin typeface="Courier New" panose="02070309020205020404" pitchFamily="49" charset="0"/>
                        </a:rPr>
                        <a:t>collections</a:t>
                      </a:r>
                      <a:endParaRPr lang="en-IN" sz="1100"/>
                    </a:p>
                  </a:txBody>
                  <a:tcPr marL="54392" marR="54392" marT="27196" marB="27196" anchor="ctr">
                    <a:lnL>
                      <a:noFill/>
                    </a:lnL>
                    <a:lnR>
                      <a:noFill/>
                    </a:lnR>
                    <a:lnT>
                      <a:noFill/>
                    </a:lnT>
                    <a:lnB>
                      <a:noFill/>
                    </a:lnB>
                    <a:noFill/>
                  </a:tcPr>
                </a:tc>
                <a:tc>
                  <a:txBody>
                    <a:bodyPr/>
                    <a:lstStyle/>
                    <a:p>
                      <a:pPr>
                        <a:buNone/>
                      </a:pPr>
                      <a:r>
                        <a:rPr lang="en-US" sz="1100"/>
                        <a:t>Counts frequency of elements in an iterable. Great for statistics and histograms.</a:t>
                      </a:r>
                    </a:p>
                  </a:txBody>
                  <a:tcPr marL="54392" marR="54392" marT="27196" marB="27196" anchor="ctr">
                    <a:lnL>
                      <a:noFill/>
                    </a:lnL>
                    <a:lnR>
                      <a:noFill/>
                    </a:lnR>
                    <a:lnT>
                      <a:noFill/>
                    </a:lnT>
                    <a:lnB>
                      <a:noFill/>
                    </a:lnB>
                    <a:noFill/>
                  </a:tcPr>
                </a:tc>
                <a:extLst>
                  <a:ext uri="{0D108BD9-81ED-4DB2-BD59-A6C34878D82A}">
                    <a16:rowId xmlns:a16="http://schemas.microsoft.com/office/drawing/2014/main" val="4293828796"/>
                  </a:ext>
                </a:extLst>
              </a:tr>
              <a:tr h="380742">
                <a:tc>
                  <a:txBody>
                    <a:bodyPr/>
                    <a:lstStyle/>
                    <a:p>
                      <a:pPr>
                        <a:buNone/>
                      </a:pPr>
                      <a:r>
                        <a:rPr lang="en-IN" sz="1100">
                          <a:latin typeface="Courier New" panose="02070309020205020404" pitchFamily="49" charset="0"/>
                        </a:rPr>
                        <a:t>OrderedDict</a:t>
                      </a:r>
                      <a:endParaRPr lang="en-IN" sz="1100"/>
                    </a:p>
                  </a:txBody>
                  <a:tcPr marL="54392" marR="54392" marT="27196" marB="27196" anchor="ctr">
                    <a:lnL>
                      <a:noFill/>
                    </a:lnL>
                    <a:lnR>
                      <a:noFill/>
                    </a:lnR>
                    <a:lnT>
                      <a:noFill/>
                    </a:lnT>
                    <a:lnB>
                      <a:noFill/>
                    </a:lnB>
                    <a:noFill/>
                  </a:tcPr>
                </a:tc>
                <a:tc>
                  <a:txBody>
                    <a:bodyPr/>
                    <a:lstStyle/>
                    <a:p>
                      <a:pPr>
                        <a:buNone/>
                      </a:pPr>
                      <a:r>
                        <a:rPr lang="en-IN" sz="1100">
                          <a:latin typeface="Courier New" panose="02070309020205020404" pitchFamily="49" charset="0"/>
                        </a:rPr>
                        <a:t>collections</a:t>
                      </a:r>
                      <a:endParaRPr lang="en-IN" sz="1100"/>
                    </a:p>
                  </a:txBody>
                  <a:tcPr marL="54392" marR="54392" marT="27196" marB="27196" anchor="ctr">
                    <a:lnL>
                      <a:noFill/>
                    </a:lnL>
                    <a:lnR>
                      <a:noFill/>
                    </a:lnR>
                    <a:lnT>
                      <a:noFill/>
                    </a:lnT>
                    <a:lnB>
                      <a:noFill/>
                    </a:lnB>
                    <a:noFill/>
                  </a:tcPr>
                </a:tc>
                <a:tc>
                  <a:txBody>
                    <a:bodyPr/>
                    <a:lstStyle/>
                    <a:p>
                      <a:pPr>
                        <a:buNone/>
                      </a:pPr>
                      <a:r>
                        <a:rPr lang="en-US" sz="1100"/>
                        <a:t>Dictionary that remembers insertion order (before Python 3.7).</a:t>
                      </a:r>
                    </a:p>
                  </a:txBody>
                  <a:tcPr marL="54392" marR="54392" marT="27196" marB="27196" anchor="ctr">
                    <a:lnL>
                      <a:noFill/>
                    </a:lnL>
                    <a:lnR>
                      <a:noFill/>
                    </a:lnR>
                    <a:lnT>
                      <a:noFill/>
                    </a:lnT>
                    <a:lnB>
                      <a:noFill/>
                    </a:lnB>
                    <a:noFill/>
                  </a:tcPr>
                </a:tc>
                <a:extLst>
                  <a:ext uri="{0D108BD9-81ED-4DB2-BD59-A6C34878D82A}">
                    <a16:rowId xmlns:a16="http://schemas.microsoft.com/office/drawing/2014/main" val="1910532034"/>
                  </a:ext>
                </a:extLst>
              </a:tr>
              <a:tr h="380742">
                <a:tc>
                  <a:txBody>
                    <a:bodyPr/>
                    <a:lstStyle/>
                    <a:p>
                      <a:pPr>
                        <a:buNone/>
                      </a:pPr>
                      <a:r>
                        <a:rPr lang="en-IN" sz="1100">
                          <a:latin typeface="Courier New" panose="02070309020205020404" pitchFamily="49" charset="0"/>
                        </a:rPr>
                        <a:t>defaultdict</a:t>
                      </a:r>
                      <a:endParaRPr lang="en-IN" sz="1100"/>
                    </a:p>
                  </a:txBody>
                  <a:tcPr marL="54392" marR="54392" marT="27196" marB="27196" anchor="ctr">
                    <a:lnL>
                      <a:noFill/>
                    </a:lnL>
                    <a:lnR>
                      <a:noFill/>
                    </a:lnR>
                    <a:lnT>
                      <a:noFill/>
                    </a:lnT>
                    <a:lnB>
                      <a:noFill/>
                    </a:lnB>
                    <a:noFill/>
                  </a:tcPr>
                </a:tc>
                <a:tc>
                  <a:txBody>
                    <a:bodyPr/>
                    <a:lstStyle/>
                    <a:p>
                      <a:pPr>
                        <a:buNone/>
                      </a:pPr>
                      <a:r>
                        <a:rPr lang="en-IN" sz="1100">
                          <a:latin typeface="Courier New" panose="02070309020205020404" pitchFamily="49" charset="0"/>
                        </a:rPr>
                        <a:t>collections</a:t>
                      </a:r>
                      <a:endParaRPr lang="en-IN" sz="1100"/>
                    </a:p>
                  </a:txBody>
                  <a:tcPr marL="54392" marR="54392" marT="27196" marB="27196" anchor="ctr">
                    <a:lnL>
                      <a:noFill/>
                    </a:lnL>
                    <a:lnR>
                      <a:noFill/>
                    </a:lnR>
                    <a:lnT>
                      <a:noFill/>
                    </a:lnT>
                    <a:lnB>
                      <a:noFill/>
                    </a:lnB>
                    <a:noFill/>
                  </a:tcPr>
                </a:tc>
                <a:tc>
                  <a:txBody>
                    <a:bodyPr/>
                    <a:lstStyle/>
                    <a:p>
                      <a:pPr>
                        <a:buNone/>
                      </a:pPr>
                      <a:r>
                        <a:rPr lang="en-US" sz="1100"/>
                        <a:t>Dictionary with default values for missing keys. Avoids </a:t>
                      </a:r>
                      <a:r>
                        <a:rPr lang="en-US" sz="1100">
                          <a:latin typeface="Courier New" panose="02070309020205020404" pitchFamily="49" charset="0"/>
                        </a:rPr>
                        <a:t>KeyError</a:t>
                      </a:r>
                      <a:r>
                        <a:rPr lang="en-US" sz="1100"/>
                        <a:t>.</a:t>
                      </a:r>
                    </a:p>
                  </a:txBody>
                  <a:tcPr marL="54392" marR="54392" marT="27196" marB="27196" anchor="ctr">
                    <a:lnL>
                      <a:noFill/>
                    </a:lnL>
                    <a:lnR>
                      <a:noFill/>
                    </a:lnR>
                    <a:lnT>
                      <a:noFill/>
                    </a:lnT>
                    <a:lnB>
                      <a:noFill/>
                    </a:lnB>
                    <a:noFill/>
                  </a:tcPr>
                </a:tc>
                <a:extLst>
                  <a:ext uri="{0D108BD9-81ED-4DB2-BD59-A6C34878D82A}">
                    <a16:rowId xmlns:a16="http://schemas.microsoft.com/office/drawing/2014/main" val="4141780217"/>
                  </a:ext>
                </a:extLst>
              </a:tr>
              <a:tr h="380742">
                <a:tc>
                  <a:txBody>
                    <a:bodyPr/>
                    <a:lstStyle/>
                    <a:p>
                      <a:pPr>
                        <a:buNone/>
                      </a:pPr>
                      <a:r>
                        <a:rPr lang="en-IN" sz="1100">
                          <a:latin typeface="Courier New" panose="02070309020205020404" pitchFamily="49" charset="0"/>
                        </a:rPr>
                        <a:t>namedtuple</a:t>
                      </a:r>
                      <a:endParaRPr lang="en-IN" sz="1100"/>
                    </a:p>
                  </a:txBody>
                  <a:tcPr marL="54392" marR="54392" marT="27196" marB="27196" anchor="ctr">
                    <a:lnL>
                      <a:noFill/>
                    </a:lnL>
                    <a:lnR>
                      <a:noFill/>
                    </a:lnR>
                    <a:lnT>
                      <a:noFill/>
                    </a:lnT>
                    <a:lnB>
                      <a:noFill/>
                    </a:lnB>
                    <a:noFill/>
                  </a:tcPr>
                </a:tc>
                <a:tc>
                  <a:txBody>
                    <a:bodyPr/>
                    <a:lstStyle/>
                    <a:p>
                      <a:pPr>
                        <a:buNone/>
                      </a:pPr>
                      <a:r>
                        <a:rPr lang="en-IN" sz="1100">
                          <a:latin typeface="Courier New" panose="02070309020205020404" pitchFamily="49" charset="0"/>
                        </a:rPr>
                        <a:t>collections</a:t>
                      </a:r>
                      <a:endParaRPr lang="en-IN" sz="1100"/>
                    </a:p>
                  </a:txBody>
                  <a:tcPr marL="54392" marR="54392" marT="27196" marB="27196" anchor="ctr">
                    <a:lnL>
                      <a:noFill/>
                    </a:lnL>
                    <a:lnR>
                      <a:noFill/>
                    </a:lnR>
                    <a:lnT>
                      <a:noFill/>
                    </a:lnT>
                    <a:lnB>
                      <a:noFill/>
                    </a:lnB>
                    <a:noFill/>
                  </a:tcPr>
                </a:tc>
                <a:tc>
                  <a:txBody>
                    <a:bodyPr/>
                    <a:lstStyle/>
                    <a:p>
                      <a:pPr>
                        <a:buNone/>
                      </a:pPr>
                      <a:r>
                        <a:rPr lang="en-US" sz="1100"/>
                        <a:t>Tuple with named fields. Improves readability and access by name.</a:t>
                      </a:r>
                    </a:p>
                  </a:txBody>
                  <a:tcPr marL="54392" marR="54392" marT="27196" marB="27196" anchor="ctr">
                    <a:lnL>
                      <a:noFill/>
                    </a:lnL>
                    <a:lnR>
                      <a:noFill/>
                    </a:lnR>
                    <a:lnT>
                      <a:noFill/>
                    </a:lnT>
                    <a:lnB>
                      <a:noFill/>
                    </a:lnB>
                    <a:noFill/>
                  </a:tcPr>
                </a:tc>
                <a:extLst>
                  <a:ext uri="{0D108BD9-81ED-4DB2-BD59-A6C34878D82A}">
                    <a16:rowId xmlns:a16="http://schemas.microsoft.com/office/drawing/2014/main" val="3876944323"/>
                  </a:ext>
                </a:extLst>
              </a:tr>
              <a:tr h="543917">
                <a:tc>
                  <a:txBody>
                    <a:bodyPr/>
                    <a:lstStyle/>
                    <a:p>
                      <a:pPr>
                        <a:buNone/>
                      </a:pPr>
                      <a:r>
                        <a:rPr lang="en-IN" sz="1100">
                          <a:latin typeface="Courier New" panose="02070309020205020404" pitchFamily="49" charset="0"/>
                        </a:rPr>
                        <a:t>array</a:t>
                      </a:r>
                      <a:endParaRPr lang="en-IN" sz="1100"/>
                    </a:p>
                  </a:txBody>
                  <a:tcPr marL="54392" marR="54392" marT="27196" marB="27196" anchor="ctr">
                    <a:lnL>
                      <a:noFill/>
                    </a:lnL>
                    <a:lnR>
                      <a:noFill/>
                    </a:lnR>
                    <a:lnT>
                      <a:noFill/>
                    </a:lnT>
                    <a:lnB>
                      <a:noFill/>
                    </a:lnB>
                    <a:noFill/>
                  </a:tcPr>
                </a:tc>
                <a:tc>
                  <a:txBody>
                    <a:bodyPr/>
                    <a:lstStyle/>
                    <a:p>
                      <a:pPr>
                        <a:buNone/>
                      </a:pPr>
                      <a:r>
                        <a:rPr lang="en-IN" sz="1100">
                          <a:latin typeface="Courier New" panose="02070309020205020404" pitchFamily="49" charset="0"/>
                        </a:rPr>
                        <a:t>array</a:t>
                      </a:r>
                      <a:endParaRPr lang="en-IN" sz="1100"/>
                    </a:p>
                  </a:txBody>
                  <a:tcPr marL="54392" marR="54392" marT="27196" marB="27196" anchor="ctr">
                    <a:lnL>
                      <a:noFill/>
                    </a:lnL>
                    <a:lnR>
                      <a:noFill/>
                    </a:lnR>
                    <a:lnT>
                      <a:noFill/>
                    </a:lnT>
                    <a:lnB>
                      <a:noFill/>
                    </a:lnB>
                    <a:noFill/>
                  </a:tcPr>
                </a:tc>
                <a:tc>
                  <a:txBody>
                    <a:bodyPr/>
                    <a:lstStyle/>
                    <a:p>
                      <a:pPr>
                        <a:buNone/>
                      </a:pPr>
                      <a:r>
                        <a:rPr lang="en-US" sz="1100"/>
                        <a:t>Efficient storage of basic data types (like C arrays). Better than lists for numbers.</a:t>
                      </a:r>
                    </a:p>
                  </a:txBody>
                  <a:tcPr marL="54392" marR="54392" marT="27196" marB="27196" anchor="ctr">
                    <a:lnL>
                      <a:noFill/>
                    </a:lnL>
                    <a:lnR>
                      <a:noFill/>
                    </a:lnR>
                    <a:lnT>
                      <a:noFill/>
                    </a:lnT>
                    <a:lnB>
                      <a:noFill/>
                    </a:lnB>
                    <a:noFill/>
                  </a:tcPr>
                </a:tc>
                <a:extLst>
                  <a:ext uri="{0D108BD9-81ED-4DB2-BD59-A6C34878D82A}">
                    <a16:rowId xmlns:a16="http://schemas.microsoft.com/office/drawing/2014/main" val="2747833255"/>
                  </a:ext>
                </a:extLst>
              </a:tr>
              <a:tr h="380742">
                <a:tc>
                  <a:txBody>
                    <a:bodyPr/>
                    <a:lstStyle/>
                    <a:p>
                      <a:pPr>
                        <a:buNone/>
                      </a:pPr>
                      <a:r>
                        <a:rPr lang="en-IN" sz="1100">
                          <a:latin typeface="Courier New" panose="02070309020205020404" pitchFamily="49" charset="0"/>
                        </a:rPr>
                        <a:t>heapq</a:t>
                      </a:r>
                      <a:endParaRPr lang="en-IN" sz="1100"/>
                    </a:p>
                  </a:txBody>
                  <a:tcPr marL="54392" marR="54392" marT="27196" marB="27196" anchor="ctr">
                    <a:lnL>
                      <a:noFill/>
                    </a:lnL>
                    <a:lnR>
                      <a:noFill/>
                    </a:lnR>
                    <a:lnT>
                      <a:noFill/>
                    </a:lnT>
                    <a:lnB>
                      <a:noFill/>
                    </a:lnB>
                    <a:noFill/>
                  </a:tcPr>
                </a:tc>
                <a:tc>
                  <a:txBody>
                    <a:bodyPr/>
                    <a:lstStyle/>
                    <a:p>
                      <a:pPr>
                        <a:buNone/>
                      </a:pPr>
                      <a:r>
                        <a:rPr lang="en-IN" sz="1100">
                          <a:latin typeface="Courier New" panose="02070309020205020404" pitchFamily="49" charset="0"/>
                        </a:rPr>
                        <a:t>heapq</a:t>
                      </a:r>
                      <a:endParaRPr lang="en-IN" sz="1100"/>
                    </a:p>
                  </a:txBody>
                  <a:tcPr marL="54392" marR="54392" marT="27196" marB="27196" anchor="ctr">
                    <a:lnL>
                      <a:noFill/>
                    </a:lnL>
                    <a:lnR>
                      <a:noFill/>
                    </a:lnR>
                    <a:lnT>
                      <a:noFill/>
                    </a:lnT>
                    <a:lnB>
                      <a:noFill/>
                    </a:lnB>
                    <a:noFill/>
                  </a:tcPr>
                </a:tc>
                <a:tc>
                  <a:txBody>
                    <a:bodyPr/>
                    <a:lstStyle/>
                    <a:p>
                      <a:pPr>
                        <a:buNone/>
                      </a:pPr>
                      <a:r>
                        <a:rPr lang="en-US" sz="1100"/>
                        <a:t>Implements a min-heap. Useful for priority queues and efficient sorting.</a:t>
                      </a:r>
                    </a:p>
                  </a:txBody>
                  <a:tcPr marL="54392" marR="54392" marT="27196" marB="27196" anchor="ctr">
                    <a:lnL>
                      <a:noFill/>
                    </a:lnL>
                    <a:lnR>
                      <a:noFill/>
                    </a:lnR>
                    <a:lnT>
                      <a:noFill/>
                    </a:lnT>
                    <a:lnB>
                      <a:noFill/>
                    </a:lnB>
                    <a:noFill/>
                  </a:tcPr>
                </a:tc>
                <a:extLst>
                  <a:ext uri="{0D108BD9-81ED-4DB2-BD59-A6C34878D82A}">
                    <a16:rowId xmlns:a16="http://schemas.microsoft.com/office/drawing/2014/main" val="860763365"/>
                  </a:ext>
                </a:extLst>
              </a:tr>
              <a:tr h="380742">
                <a:tc>
                  <a:txBody>
                    <a:bodyPr/>
                    <a:lstStyle/>
                    <a:p>
                      <a:pPr>
                        <a:buNone/>
                      </a:pPr>
                      <a:r>
                        <a:rPr lang="en-IN" sz="1100">
                          <a:latin typeface="Courier New" panose="02070309020205020404" pitchFamily="49" charset="0"/>
                        </a:rPr>
                        <a:t>Queue</a:t>
                      </a:r>
                      <a:endParaRPr lang="en-IN" sz="1100"/>
                    </a:p>
                  </a:txBody>
                  <a:tcPr marL="54392" marR="54392" marT="27196" marB="27196" anchor="ctr">
                    <a:lnL>
                      <a:noFill/>
                    </a:lnL>
                    <a:lnR>
                      <a:noFill/>
                    </a:lnR>
                    <a:lnT>
                      <a:noFill/>
                    </a:lnT>
                    <a:lnB>
                      <a:noFill/>
                    </a:lnB>
                    <a:noFill/>
                  </a:tcPr>
                </a:tc>
                <a:tc>
                  <a:txBody>
                    <a:bodyPr/>
                    <a:lstStyle/>
                    <a:p>
                      <a:pPr>
                        <a:buNone/>
                      </a:pPr>
                      <a:r>
                        <a:rPr lang="en-IN" sz="1100">
                          <a:latin typeface="Courier New" panose="02070309020205020404" pitchFamily="49" charset="0"/>
                        </a:rPr>
                        <a:t>queue</a:t>
                      </a:r>
                      <a:endParaRPr lang="en-IN" sz="1100"/>
                    </a:p>
                  </a:txBody>
                  <a:tcPr marL="54392" marR="54392" marT="27196" marB="27196" anchor="ctr">
                    <a:lnL>
                      <a:noFill/>
                    </a:lnL>
                    <a:lnR>
                      <a:noFill/>
                    </a:lnR>
                    <a:lnT>
                      <a:noFill/>
                    </a:lnT>
                    <a:lnB>
                      <a:noFill/>
                    </a:lnB>
                    <a:noFill/>
                  </a:tcPr>
                </a:tc>
                <a:tc>
                  <a:txBody>
                    <a:bodyPr/>
                    <a:lstStyle/>
                    <a:p>
                      <a:pPr>
                        <a:buNone/>
                      </a:pPr>
                      <a:r>
                        <a:rPr lang="en-US" sz="1100"/>
                        <a:t>Thread-safe FIFO queue. Used in multi-threaded applications.</a:t>
                      </a:r>
                    </a:p>
                  </a:txBody>
                  <a:tcPr marL="54392" marR="54392" marT="27196" marB="27196" anchor="ctr">
                    <a:lnL>
                      <a:noFill/>
                    </a:lnL>
                    <a:lnR>
                      <a:noFill/>
                    </a:lnR>
                    <a:lnT>
                      <a:noFill/>
                    </a:lnT>
                    <a:lnB>
                      <a:noFill/>
                    </a:lnB>
                    <a:noFill/>
                  </a:tcPr>
                </a:tc>
                <a:extLst>
                  <a:ext uri="{0D108BD9-81ED-4DB2-BD59-A6C34878D82A}">
                    <a16:rowId xmlns:a16="http://schemas.microsoft.com/office/drawing/2014/main" val="53670421"/>
                  </a:ext>
                </a:extLst>
              </a:tr>
              <a:tr h="217567">
                <a:tc>
                  <a:txBody>
                    <a:bodyPr/>
                    <a:lstStyle/>
                    <a:p>
                      <a:pPr>
                        <a:buNone/>
                      </a:pPr>
                      <a:r>
                        <a:rPr lang="en-IN" sz="1100">
                          <a:latin typeface="Courier New" panose="02070309020205020404" pitchFamily="49" charset="0"/>
                        </a:rPr>
                        <a:t>LifoQueue</a:t>
                      </a:r>
                      <a:endParaRPr lang="en-IN" sz="1100"/>
                    </a:p>
                  </a:txBody>
                  <a:tcPr marL="54392" marR="54392" marT="27196" marB="27196" anchor="ctr">
                    <a:lnL>
                      <a:noFill/>
                    </a:lnL>
                    <a:lnR>
                      <a:noFill/>
                    </a:lnR>
                    <a:lnT>
                      <a:noFill/>
                    </a:lnT>
                    <a:lnB>
                      <a:noFill/>
                    </a:lnB>
                    <a:noFill/>
                  </a:tcPr>
                </a:tc>
                <a:tc>
                  <a:txBody>
                    <a:bodyPr/>
                    <a:lstStyle/>
                    <a:p>
                      <a:pPr>
                        <a:buNone/>
                      </a:pPr>
                      <a:r>
                        <a:rPr lang="en-IN" sz="1100">
                          <a:latin typeface="Courier New" panose="02070309020205020404" pitchFamily="49" charset="0"/>
                        </a:rPr>
                        <a:t>queue</a:t>
                      </a:r>
                      <a:endParaRPr lang="en-IN" sz="1100"/>
                    </a:p>
                  </a:txBody>
                  <a:tcPr marL="54392" marR="54392" marT="27196" marB="27196" anchor="ctr">
                    <a:lnL>
                      <a:noFill/>
                    </a:lnL>
                    <a:lnR>
                      <a:noFill/>
                    </a:lnR>
                    <a:lnT>
                      <a:noFill/>
                    </a:lnT>
                    <a:lnB>
                      <a:noFill/>
                    </a:lnB>
                    <a:noFill/>
                  </a:tcPr>
                </a:tc>
                <a:tc>
                  <a:txBody>
                    <a:bodyPr/>
                    <a:lstStyle/>
                    <a:p>
                      <a:pPr>
                        <a:buNone/>
                      </a:pPr>
                      <a:r>
                        <a:rPr lang="en-IN" sz="1100"/>
                        <a:t>Thread-safe stack (Last-In-First-Out).</a:t>
                      </a:r>
                    </a:p>
                  </a:txBody>
                  <a:tcPr marL="54392" marR="54392" marT="27196" marB="27196" anchor="ctr">
                    <a:lnL>
                      <a:noFill/>
                    </a:lnL>
                    <a:lnR>
                      <a:noFill/>
                    </a:lnR>
                    <a:lnT>
                      <a:noFill/>
                    </a:lnT>
                    <a:lnB>
                      <a:noFill/>
                    </a:lnB>
                    <a:noFill/>
                  </a:tcPr>
                </a:tc>
                <a:extLst>
                  <a:ext uri="{0D108BD9-81ED-4DB2-BD59-A6C34878D82A}">
                    <a16:rowId xmlns:a16="http://schemas.microsoft.com/office/drawing/2014/main" val="3002666367"/>
                  </a:ext>
                </a:extLst>
              </a:tr>
              <a:tr h="380742">
                <a:tc>
                  <a:txBody>
                    <a:bodyPr/>
                    <a:lstStyle/>
                    <a:p>
                      <a:pPr>
                        <a:buNone/>
                      </a:pPr>
                      <a:r>
                        <a:rPr lang="en-IN" sz="1100">
                          <a:latin typeface="Courier New" panose="02070309020205020404" pitchFamily="49" charset="0"/>
                        </a:rPr>
                        <a:t>PriorityQueue</a:t>
                      </a:r>
                      <a:endParaRPr lang="en-IN" sz="1100"/>
                    </a:p>
                  </a:txBody>
                  <a:tcPr marL="54392" marR="54392" marT="27196" marB="27196" anchor="ctr">
                    <a:lnL>
                      <a:noFill/>
                    </a:lnL>
                    <a:lnR>
                      <a:noFill/>
                    </a:lnR>
                    <a:lnT>
                      <a:noFill/>
                    </a:lnT>
                    <a:lnB>
                      <a:noFill/>
                    </a:lnB>
                    <a:noFill/>
                  </a:tcPr>
                </a:tc>
                <a:tc>
                  <a:txBody>
                    <a:bodyPr/>
                    <a:lstStyle/>
                    <a:p>
                      <a:pPr>
                        <a:buNone/>
                      </a:pPr>
                      <a:r>
                        <a:rPr lang="en-IN" sz="1100">
                          <a:latin typeface="Courier New" panose="02070309020205020404" pitchFamily="49" charset="0"/>
                        </a:rPr>
                        <a:t>queue</a:t>
                      </a:r>
                      <a:endParaRPr lang="en-IN" sz="1100"/>
                    </a:p>
                  </a:txBody>
                  <a:tcPr marL="54392" marR="54392" marT="27196" marB="27196" anchor="ctr">
                    <a:lnL>
                      <a:noFill/>
                    </a:lnL>
                    <a:lnR>
                      <a:noFill/>
                    </a:lnR>
                    <a:lnT>
                      <a:noFill/>
                    </a:lnT>
                    <a:lnB>
                      <a:noFill/>
                    </a:lnB>
                    <a:noFill/>
                  </a:tcPr>
                </a:tc>
                <a:tc>
                  <a:txBody>
                    <a:bodyPr/>
                    <a:lstStyle/>
                    <a:p>
                      <a:pPr>
                        <a:buNone/>
                      </a:pPr>
                      <a:r>
                        <a:rPr lang="en-US" sz="1100" dirty="0"/>
                        <a:t>Thread-safe queue where elements are retrieved by priority.</a:t>
                      </a:r>
                    </a:p>
                  </a:txBody>
                  <a:tcPr marL="54392" marR="54392" marT="27196" marB="27196" anchor="ctr">
                    <a:lnL>
                      <a:noFill/>
                    </a:lnL>
                    <a:lnR>
                      <a:noFill/>
                    </a:lnR>
                    <a:lnT>
                      <a:noFill/>
                    </a:lnT>
                    <a:lnB>
                      <a:noFill/>
                    </a:lnB>
                    <a:noFill/>
                  </a:tcPr>
                </a:tc>
                <a:extLst>
                  <a:ext uri="{0D108BD9-81ED-4DB2-BD59-A6C34878D82A}">
                    <a16:rowId xmlns:a16="http://schemas.microsoft.com/office/drawing/2014/main" val="1461625662"/>
                  </a:ext>
                </a:extLst>
              </a:tr>
            </a:tbl>
          </a:graphicData>
        </a:graphic>
      </p:graphicFrame>
    </p:spTree>
    <p:extLst>
      <p:ext uri="{BB962C8B-B14F-4D97-AF65-F5344CB8AC3E}">
        <p14:creationId xmlns:p14="http://schemas.microsoft.com/office/powerpoint/2010/main" val="42944384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449BC-A179-40D0-990B-F05A0FA99F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11027A-97E3-EAC9-EB98-70FCE8835AF9}"/>
              </a:ext>
            </a:extLst>
          </p:cNvPr>
          <p:cNvSpPr>
            <a:spLocks noGrp="1"/>
          </p:cNvSpPr>
          <p:nvPr>
            <p:ph type="title"/>
          </p:nvPr>
        </p:nvSpPr>
        <p:spPr/>
        <p:txBody>
          <a:bodyPr/>
          <a:lstStyle/>
          <a:p>
            <a:r>
              <a:rPr lang="en-US" dirty="0">
                <a:latin typeface="Frutiger LT Pro 55 Roman" panose="020B0602020204020204"/>
              </a:rPr>
              <a:t>Input/Output – Read Files and access method</a:t>
            </a:r>
          </a:p>
        </p:txBody>
      </p:sp>
    </p:spTree>
    <p:extLst>
      <p:ext uri="{BB962C8B-B14F-4D97-AF65-F5344CB8AC3E}">
        <p14:creationId xmlns:p14="http://schemas.microsoft.com/office/powerpoint/2010/main" val="27236072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6BA0275-0895-E1CC-5D79-50001E446288}"/>
              </a:ext>
            </a:extLst>
          </p:cNvPr>
          <p:cNvSpPr>
            <a:spLocks noGrp="1"/>
          </p:cNvSpPr>
          <p:nvPr>
            <p:ph type="body" sz="quarter" idx="13"/>
          </p:nvPr>
        </p:nvSpPr>
        <p:spPr/>
        <p:txBody>
          <a:bodyPr/>
          <a:lstStyle/>
          <a:p>
            <a:pPr marL="0" indent="0">
              <a:buNone/>
            </a:pPr>
            <a:r>
              <a:rPr lang="en-US" dirty="0"/>
              <a:t>File Handling</a:t>
            </a:r>
            <a:endParaRPr lang="en-IN" dirty="0"/>
          </a:p>
        </p:txBody>
      </p:sp>
      <p:sp>
        <p:nvSpPr>
          <p:cNvPr id="3" name="Content Placeholder 2">
            <a:extLst>
              <a:ext uri="{FF2B5EF4-FFF2-40B4-BE49-F238E27FC236}">
                <a16:creationId xmlns:a16="http://schemas.microsoft.com/office/drawing/2014/main" id="{D0221EA6-EA04-0034-F5DA-17419BA570D6}"/>
              </a:ext>
            </a:extLst>
          </p:cNvPr>
          <p:cNvSpPr>
            <a:spLocks noGrp="1"/>
          </p:cNvSpPr>
          <p:nvPr>
            <p:ph idx="15"/>
          </p:nvPr>
        </p:nvSpPr>
        <p:spPr>
          <a:xfrm>
            <a:off x="533400" y="1249680"/>
            <a:ext cx="11125200" cy="4924108"/>
          </a:xfrm>
        </p:spPr>
        <p:txBody>
          <a:bodyPr>
            <a:normAutofit/>
          </a:bodyPr>
          <a:lstStyle/>
          <a:p>
            <a:r>
              <a:rPr lang="en-US" sz="2000" dirty="0">
                <a:latin typeface="Arial" panose="020B0604020202020204" pitchFamily="34" charset="0"/>
                <a:cs typeface="Arial" panose="020B0604020202020204" pitchFamily="34" charset="0"/>
              </a:rPr>
              <a:t>File handling refers to the process of performing operations on a file, such as creating, opening, reading, writing and closing it through a programming interface. It involves managing the data flow between the program and the file system on the storage device, ensuring that data is handled safely and efficiently.</a:t>
            </a:r>
          </a:p>
          <a:p>
            <a:endParaRPr lang="en-US" sz="2000" dirty="0">
              <a:latin typeface="Arial" panose="020B0604020202020204" pitchFamily="34" charset="0"/>
              <a:cs typeface="Arial" panose="020B0604020202020204" pitchFamily="34" charset="0"/>
            </a:endParaRPr>
          </a:p>
          <a:p>
            <a:pPr marL="0" indent="0">
              <a:buNone/>
            </a:pPr>
            <a:endParaRPr lang="en-US" sz="2000" dirty="0">
              <a:latin typeface="Arial" panose="020B0604020202020204" pitchFamily="34" charset="0"/>
              <a:cs typeface="Arial" panose="020B0604020202020204" pitchFamily="34" charset="0"/>
            </a:endParaRPr>
          </a:p>
          <a:p>
            <a:pPr marL="457200" lvl="1" indent="0">
              <a:buNone/>
            </a:pPr>
            <a:r>
              <a:rPr lang="en-US" sz="2000" b="1" dirty="0">
                <a:latin typeface="Arial" panose="020B0604020202020204" pitchFamily="34" charset="0"/>
                <a:cs typeface="Arial" panose="020B0604020202020204" pitchFamily="34" charset="0"/>
              </a:rPr>
              <a:t>Why do we need File Handling</a:t>
            </a:r>
          </a:p>
          <a:p>
            <a:pPr lvl="1"/>
            <a:r>
              <a:rPr lang="en-US" sz="2000" dirty="0">
                <a:latin typeface="Arial" panose="020B0604020202020204" pitchFamily="34" charset="0"/>
                <a:cs typeface="Arial" panose="020B0604020202020204" pitchFamily="34" charset="0"/>
              </a:rPr>
              <a:t>To store data permanently, even after the program ends.</a:t>
            </a:r>
          </a:p>
          <a:p>
            <a:pPr lvl="1"/>
            <a:r>
              <a:rPr lang="en-US" sz="2000" dirty="0">
                <a:latin typeface="Arial" panose="020B0604020202020204" pitchFamily="34" charset="0"/>
                <a:cs typeface="Arial" panose="020B0604020202020204" pitchFamily="34" charset="0"/>
              </a:rPr>
              <a:t>To access external files like .txt, .csv, .</a:t>
            </a:r>
            <a:r>
              <a:rPr lang="en-US" sz="2000" dirty="0" err="1">
                <a:latin typeface="Arial" panose="020B0604020202020204" pitchFamily="34" charset="0"/>
                <a:cs typeface="Arial" panose="020B0604020202020204" pitchFamily="34" charset="0"/>
              </a:rPr>
              <a:t>json</a:t>
            </a:r>
            <a:r>
              <a:rPr lang="en-US" sz="2000" dirty="0">
                <a:latin typeface="Arial" panose="020B0604020202020204" pitchFamily="34" charset="0"/>
                <a:cs typeface="Arial" panose="020B0604020202020204" pitchFamily="34" charset="0"/>
              </a:rPr>
              <a:t>, etc.</a:t>
            </a:r>
          </a:p>
          <a:p>
            <a:pPr lvl="1"/>
            <a:r>
              <a:rPr lang="en-US" sz="2000" dirty="0">
                <a:latin typeface="Arial" panose="020B0604020202020204" pitchFamily="34" charset="0"/>
                <a:cs typeface="Arial" panose="020B0604020202020204" pitchFamily="34" charset="0"/>
              </a:rPr>
              <a:t>To process large files efficiently without using much memory.</a:t>
            </a:r>
          </a:p>
          <a:p>
            <a:pPr lvl="1"/>
            <a:r>
              <a:rPr lang="en-US" sz="2000" dirty="0">
                <a:latin typeface="Arial" panose="020B0604020202020204" pitchFamily="34" charset="0"/>
                <a:cs typeface="Arial" panose="020B0604020202020204" pitchFamily="34" charset="0"/>
              </a:rPr>
              <a:t>To automate tasks like reading configs or saving outputs.</a:t>
            </a:r>
          </a:p>
          <a:p>
            <a:pPr lvl="1"/>
            <a:r>
              <a:rPr lang="en-US" sz="2000" dirty="0">
                <a:latin typeface="Arial" panose="020B0604020202020204" pitchFamily="34" charset="0"/>
                <a:cs typeface="Arial" panose="020B0604020202020204" pitchFamily="34" charset="0"/>
              </a:rPr>
              <a:t>To handle input/output in real-world applications and tools</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16293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6105F24-7B63-1EC3-0AE4-96D337BA3C28}"/>
              </a:ext>
            </a:extLst>
          </p:cNvPr>
          <p:cNvSpPr>
            <a:spLocks noGrp="1"/>
          </p:cNvSpPr>
          <p:nvPr>
            <p:ph type="body" sz="quarter" idx="13"/>
          </p:nvPr>
        </p:nvSpPr>
        <p:spPr/>
        <p:txBody>
          <a:bodyPr/>
          <a:lstStyle/>
          <a:p>
            <a:pPr marL="0" indent="0">
              <a:buNone/>
            </a:pPr>
            <a:r>
              <a:rPr lang="en-US" dirty="0"/>
              <a:t>Operations in File</a:t>
            </a:r>
            <a:endParaRPr lang="en-IN" dirty="0"/>
          </a:p>
        </p:txBody>
      </p:sp>
      <p:graphicFrame>
        <p:nvGraphicFramePr>
          <p:cNvPr id="3" name="Table 2">
            <a:extLst>
              <a:ext uri="{FF2B5EF4-FFF2-40B4-BE49-F238E27FC236}">
                <a16:creationId xmlns:a16="http://schemas.microsoft.com/office/drawing/2014/main" id="{51C34014-A4DF-8E16-2FDF-C36751296EB6}"/>
              </a:ext>
            </a:extLst>
          </p:cNvPr>
          <p:cNvGraphicFramePr>
            <a:graphicFrameLocks noGrp="1"/>
          </p:cNvGraphicFramePr>
          <p:nvPr>
            <p:extLst>
              <p:ext uri="{D42A27DB-BD31-4B8C-83A1-F6EECF244321}">
                <p14:modId xmlns:p14="http://schemas.microsoft.com/office/powerpoint/2010/main" val="2892675128"/>
              </p:ext>
            </p:extLst>
          </p:nvPr>
        </p:nvGraphicFramePr>
        <p:xfrm>
          <a:off x="1280159" y="1341120"/>
          <a:ext cx="9425010" cy="4835838"/>
        </p:xfrm>
        <a:graphic>
          <a:graphicData uri="http://schemas.openxmlformats.org/drawingml/2006/table">
            <a:tbl>
              <a:tblPr/>
              <a:tblGrid>
                <a:gridCol w="3141670">
                  <a:extLst>
                    <a:ext uri="{9D8B030D-6E8A-4147-A177-3AD203B41FA5}">
                      <a16:colId xmlns:a16="http://schemas.microsoft.com/office/drawing/2014/main" val="3732447329"/>
                    </a:ext>
                  </a:extLst>
                </a:gridCol>
                <a:gridCol w="3141670">
                  <a:extLst>
                    <a:ext uri="{9D8B030D-6E8A-4147-A177-3AD203B41FA5}">
                      <a16:colId xmlns:a16="http://schemas.microsoft.com/office/drawing/2014/main" val="186895387"/>
                    </a:ext>
                  </a:extLst>
                </a:gridCol>
                <a:gridCol w="3141670">
                  <a:extLst>
                    <a:ext uri="{9D8B030D-6E8A-4147-A177-3AD203B41FA5}">
                      <a16:colId xmlns:a16="http://schemas.microsoft.com/office/drawing/2014/main" val="2089965663"/>
                    </a:ext>
                  </a:extLst>
                </a:gridCol>
              </a:tblGrid>
              <a:tr h="257911">
                <a:tc>
                  <a:txBody>
                    <a:bodyPr/>
                    <a:lstStyle/>
                    <a:p>
                      <a:pPr>
                        <a:buNone/>
                      </a:pPr>
                      <a:r>
                        <a:rPr lang="en-IN" sz="1100" b="1"/>
                        <a:t>Operation</a:t>
                      </a:r>
                      <a:endParaRPr lang="en-IN" sz="1100"/>
                    </a:p>
                  </a:txBody>
                  <a:tcPr marL="58018" marR="58018" marT="29009" marB="29009" anchor="ctr">
                    <a:lnL>
                      <a:noFill/>
                    </a:lnL>
                    <a:lnR>
                      <a:noFill/>
                    </a:lnR>
                    <a:lnT>
                      <a:noFill/>
                    </a:lnT>
                    <a:lnB>
                      <a:noFill/>
                    </a:lnB>
                    <a:noFill/>
                  </a:tcPr>
                </a:tc>
                <a:tc>
                  <a:txBody>
                    <a:bodyPr/>
                    <a:lstStyle/>
                    <a:p>
                      <a:pPr>
                        <a:buNone/>
                      </a:pPr>
                      <a:r>
                        <a:rPr lang="en-IN" sz="1100" b="1"/>
                        <a:t>Syntax / Method</a:t>
                      </a:r>
                      <a:endParaRPr lang="en-IN" sz="1100"/>
                    </a:p>
                  </a:txBody>
                  <a:tcPr marL="58018" marR="58018" marT="29009" marB="29009" anchor="ctr">
                    <a:lnL>
                      <a:noFill/>
                    </a:lnL>
                    <a:lnR>
                      <a:noFill/>
                    </a:lnR>
                    <a:lnT>
                      <a:noFill/>
                    </a:lnT>
                    <a:lnB>
                      <a:noFill/>
                    </a:lnB>
                    <a:noFill/>
                  </a:tcPr>
                </a:tc>
                <a:tc>
                  <a:txBody>
                    <a:bodyPr/>
                    <a:lstStyle/>
                    <a:p>
                      <a:pPr>
                        <a:buNone/>
                      </a:pPr>
                      <a:r>
                        <a:rPr lang="en-IN" sz="1100" b="1"/>
                        <a:t>Purpose / Description</a:t>
                      </a:r>
                      <a:endParaRPr lang="en-IN" sz="1100"/>
                    </a:p>
                  </a:txBody>
                  <a:tcPr marL="58018" marR="58018" marT="29009" marB="29009" anchor="ctr">
                    <a:lnL>
                      <a:noFill/>
                    </a:lnL>
                    <a:lnR>
                      <a:noFill/>
                    </a:lnR>
                    <a:lnT>
                      <a:noFill/>
                    </a:lnT>
                    <a:lnB>
                      <a:noFill/>
                    </a:lnB>
                    <a:noFill/>
                  </a:tcPr>
                </a:tc>
                <a:extLst>
                  <a:ext uri="{0D108BD9-81ED-4DB2-BD59-A6C34878D82A}">
                    <a16:rowId xmlns:a16="http://schemas.microsoft.com/office/drawing/2014/main" val="4035978412"/>
                  </a:ext>
                </a:extLst>
              </a:tr>
              <a:tr h="451345">
                <a:tc>
                  <a:txBody>
                    <a:bodyPr/>
                    <a:lstStyle/>
                    <a:p>
                      <a:pPr>
                        <a:buNone/>
                      </a:pPr>
                      <a:r>
                        <a:rPr lang="en-IN" sz="1100" b="1"/>
                        <a:t>Open a file</a:t>
                      </a:r>
                      <a:endParaRPr lang="en-IN" sz="1100"/>
                    </a:p>
                  </a:txBody>
                  <a:tcPr marL="58018" marR="58018" marT="29009" marB="29009" anchor="ctr">
                    <a:lnL>
                      <a:noFill/>
                    </a:lnL>
                    <a:lnR>
                      <a:noFill/>
                    </a:lnR>
                    <a:lnT>
                      <a:noFill/>
                    </a:lnT>
                    <a:lnB>
                      <a:noFill/>
                    </a:lnB>
                    <a:noFill/>
                  </a:tcPr>
                </a:tc>
                <a:tc>
                  <a:txBody>
                    <a:bodyPr/>
                    <a:lstStyle/>
                    <a:p>
                      <a:pPr>
                        <a:buNone/>
                      </a:pPr>
                      <a:r>
                        <a:rPr lang="en-IN" sz="1100">
                          <a:latin typeface="Courier New" panose="02070309020205020404" pitchFamily="49" charset="0"/>
                        </a:rPr>
                        <a:t>open('filename.txt', 'mode')</a:t>
                      </a:r>
                      <a:endParaRPr lang="en-IN" sz="1100"/>
                    </a:p>
                  </a:txBody>
                  <a:tcPr marL="58018" marR="58018" marT="29009" marB="29009" anchor="ctr">
                    <a:lnL>
                      <a:noFill/>
                    </a:lnL>
                    <a:lnR>
                      <a:noFill/>
                    </a:lnR>
                    <a:lnT>
                      <a:noFill/>
                    </a:lnT>
                    <a:lnB>
                      <a:noFill/>
                    </a:lnB>
                    <a:noFill/>
                  </a:tcPr>
                </a:tc>
                <a:tc>
                  <a:txBody>
                    <a:bodyPr/>
                    <a:lstStyle/>
                    <a:p>
                      <a:pPr>
                        <a:buNone/>
                      </a:pPr>
                      <a:r>
                        <a:rPr lang="en-US" sz="1100"/>
                        <a:t>Opens a file in specified mode (</a:t>
                      </a:r>
                      <a:r>
                        <a:rPr lang="en-US" sz="1100">
                          <a:latin typeface="Courier New" panose="02070309020205020404" pitchFamily="49" charset="0"/>
                        </a:rPr>
                        <a:t>'r'</a:t>
                      </a:r>
                      <a:r>
                        <a:rPr lang="en-US" sz="1100"/>
                        <a:t>, </a:t>
                      </a:r>
                      <a:r>
                        <a:rPr lang="en-US" sz="1100">
                          <a:latin typeface="Courier New" panose="02070309020205020404" pitchFamily="49" charset="0"/>
                        </a:rPr>
                        <a:t>'w'</a:t>
                      </a:r>
                      <a:r>
                        <a:rPr lang="en-US" sz="1100"/>
                        <a:t>, </a:t>
                      </a:r>
                      <a:r>
                        <a:rPr lang="en-US" sz="1100">
                          <a:latin typeface="Courier New" panose="02070309020205020404" pitchFamily="49" charset="0"/>
                        </a:rPr>
                        <a:t>'a'</a:t>
                      </a:r>
                      <a:r>
                        <a:rPr lang="en-US" sz="1100"/>
                        <a:t>, etc.). </a:t>
                      </a:r>
                      <a:r>
                        <a:rPr lang="en-US" sz="1100">
                          <a:latin typeface="Courier New" panose="02070309020205020404" pitchFamily="49" charset="0"/>
                        </a:rPr>
                        <a:t>'r'</a:t>
                      </a:r>
                      <a:r>
                        <a:rPr lang="en-US" sz="1100"/>
                        <a:t> is default.</a:t>
                      </a:r>
                    </a:p>
                  </a:txBody>
                  <a:tcPr marL="58018" marR="58018" marT="29009" marB="29009" anchor="ctr">
                    <a:lnL>
                      <a:noFill/>
                    </a:lnL>
                    <a:lnR>
                      <a:noFill/>
                    </a:lnR>
                    <a:lnT>
                      <a:noFill/>
                    </a:lnT>
                    <a:lnB>
                      <a:noFill/>
                    </a:lnB>
                    <a:noFill/>
                  </a:tcPr>
                </a:tc>
                <a:extLst>
                  <a:ext uri="{0D108BD9-81ED-4DB2-BD59-A6C34878D82A}">
                    <a16:rowId xmlns:a16="http://schemas.microsoft.com/office/drawing/2014/main" val="883979693"/>
                  </a:ext>
                </a:extLst>
              </a:tr>
              <a:tr h="451345">
                <a:tc>
                  <a:txBody>
                    <a:bodyPr/>
                    <a:lstStyle/>
                    <a:p>
                      <a:pPr>
                        <a:buNone/>
                      </a:pPr>
                      <a:r>
                        <a:rPr lang="en-IN" sz="1100" b="1"/>
                        <a:t>Close a file</a:t>
                      </a:r>
                      <a:endParaRPr lang="en-IN" sz="1100"/>
                    </a:p>
                  </a:txBody>
                  <a:tcPr marL="58018" marR="58018" marT="29009" marB="29009" anchor="ctr">
                    <a:lnL>
                      <a:noFill/>
                    </a:lnL>
                    <a:lnR>
                      <a:noFill/>
                    </a:lnR>
                    <a:lnT>
                      <a:noFill/>
                    </a:lnT>
                    <a:lnB>
                      <a:noFill/>
                    </a:lnB>
                    <a:noFill/>
                  </a:tcPr>
                </a:tc>
                <a:tc>
                  <a:txBody>
                    <a:bodyPr/>
                    <a:lstStyle/>
                    <a:p>
                      <a:pPr>
                        <a:buNone/>
                      </a:pPr>
                      <a:r>
                        <a:rPr lang="en-IN" sz="1100">
                          <a:latin typeface="Courier New" panose="02070309020205020404" pitchFamily="49" charset="0"/>
                        </a:rPr>
                        <a:t>file.close()</a:t>
                      </a:r>
                      <a:endParaRPr lang="en-IN" sz="1100"/>
                    </a:p>
                  </a:txBody>
                  <a:tcPr marL="58018" marR="58018" marT="29009" marB="29009" anchor="ctr">
                    <a:lnL>
                      <a:noFill/>
                    </a:lnL>
                    <a:lnR>
                      <a:noFill/>
                    </a:lnR>
                    <a:lnT>
                      <a:noFill/>
                    </a:lnT>
                    <a:lnB>
                      <a:noFill/>
                    </a:lnB>
                    <a:noFill/>
                  </a:tcPr>
                </a:tc>
                <a:tc>
                  <a:txBody>
                    <a:bodyPr/>
                    <a:lstStyle/>
                    <a:p>
                      <a:pPr>
                        <a:buNone/>
                      </a:pPr>
                      <a:r>
                        <a:rPr lang="en-US" sz="1100"/>
                        <a:t>Closes the file and releases system resources.</a:t>
                      </a:r>
                    </a:p>
                  </a:txBody>
                  <a:tcPr marL="58018" marR="58018" marT="29009" marB="29009" anchor="ctr">
                    <a:lnL>
                      <a:noFill/>
                    </a:lnL>
                    <a:lnR>
                      <a:noFill/>
                    </a:lnR>
                    <a:lnT>
                      <a:noFill/>
                    </a:lnT>
                    <a:lnB>
                      <a:noFill/>
                    </a:lnB>
                    <a:noFill/>
                  </a:tcPr>
                </a:tc>
                <a:extLst>
                  <a:ext uri="{0D108BD9-81ED-4DB2-BD59-A6C34878D82A}">
                    <a16:rowId xmlns:a16="http://schemas.microsoft.com/office/drawing/2014/main" val="430205348"/>
                  </a:ext>
                </a:extLst>
              </a:tr>
              <a:tr h="451345">
                <a:tc>
                  <a:txBody>
                    <a:bodyPr/>
                    <a:lstStyle/>
                    <a:p>
                      <a:pPr>
                        <a:buNone/>
                      </a:pPr>
                      <a:r>
                        <a:rPr lang="en-IN" sz="1100" b="1"/>
                        <a:t>Check file properties</a:t>
                      </a:r>
                      <a:endParaRPr lang="en-IN" sz="1100"/>
                    </a:p>
                  </a:txBody>
                  <a:tcPr marL="58018" marR="58018" marT="29009" marB="29009" anchor="ctr">
                    <a:lnL>
                      <a:noFill/>
                    </a:lnL>
                    <a:lnR>
                      <a:noFill/>
                    </a:lnR>
                    <a:lnT>
                      <a:noFill/>
                    </a:lnT>
                    <a:lnB>
                      <a:noFill/>
                    </a:lnB>
                    <a:noFill/>
                  </a:tcPr>
                </a:tc>
                <a:tc>
                  <a:txBody>
                    <a:bodyPr/>
                    <a:lstStyle/>
                    <a:p>
                      <a:pPr>
                        <a:buNone/>
                      </a:pPr>
                      <a:r>
                        <a:rPr lang="en-US" sz="1100">
                          <a:latin typeface="Courier New" panose="02070309020205020404" pitchFamily="49" charset="0"/>
                        </a:rPr>
                        <a:t>file.name</a:t>
                      </a:r>
                      <a:r>
                        <a:rPr lang="en-US" sz="1100"/>
                        <a:t>, </a:t>
                      </a:r>
                      <a:r>
                        <a:rPr lang="en-US" sz="1100">
                          <a:latin typeface="Courier New" panose="02070309020205020404" pitchFamily="49" charset="0"/>
                        </a:rPr>
                        <a:t>file.mode</a:t>
                      </a:r>
                      <a:r>
                        <a:rPr lang="en-US" sz="1100"/>
                        <a:t>, </a:t>
                      </a:r>
                      <a:r>
                        <a:rPr lang="en-US" sz="1100">
                          <a:latin typeface="Courier New" panose="02070309020205020404" pitchFamily="49" charset="0"/>
                        </a:rPr>
                        <a:t>file.closed</a:t>
                      </a:r>
                      <a:endParaRPr lang="en-US" sz="1100"/>
                    </a:p>
                  </a:txBody>
                  <a:tcPr marL="58018" marR="58018" marT="29009" marB="29009" anchor="ctr">
                    <a:lnL>
                      <a:noFill/>
                    </a:lnL>
                    <a:lnR>
                      <a:noFill/>
                    </a:lnR>
                    <a:lnT>
                      <a:noFill/>
                    </a:lnT>
                    <a:lnB>
                      <a:noFill/>
                    </a:lnB>
                    <a:noFill/>
                  </a:tcPr>
                </a:tc>
                <a:tc>
                  <a:txBody>
                    <a:bodyPr/>
                    <a:lstStyle/>
                    <a:p>
                      <a:pPr>
                        <a:buNone/>
                      </a:pPr>
                      <a:r>
                        <a:rPr lang="en-US" sz="1100"/>
                        <a:t>Returns file name, mode, and whether it's closed.</a:t>
                      </a:r>
                    </a:p>
                  </a:txBody>
                  <a:tcPr marL="58018" marR="58018" marT="29009" marB="29009" anchor="ctr">
                    <a:lnL>
                      <a:noFill/>
                    </a:lnL>
                    <a:lnR>
                      <a:noFill/>
                    </a:lnR>
                    <a:lnT>
                      <a:noFill/>
                    </a:lnT>
                    <a:lnB>
                      <a:noFill/>
                    </a:lnB>
                    <a:noFill/>
                  </a:tcPr>
                </a:tc>
                <a:extLst>
                  <a:ext uri="{0D108BD9-81ED-4DB2-BD59-A6C34878D82A}">
                    <a16:rowId xmlns:a16="http://schemas.microsoft.com/office/drawing/2014/main" val="2018793400"/>
                  </a:ext>
                </a:extLst>
              </a:tr>
              <a:tr h="257911">
                <a:tc>
                  <a:txBody>
                    <a:bodyPr/>
                    <a:lstStyle/>
                    <a:p>
                      <a:pPr>
                        <a:buNone/>
                      </a:pPr>
                      <a:r>
                        <a:rPr lang="en-IN" sz="1100" b="1"/>
                        <a:t>Read entire file</a:t>
                      </a:r>
                      <a:endParaRPr lang="en-IN" sz="1100"/>
                    </a:p>
                  </a:txBody>
                  <a:tcPr marL="58018" marR="58018" marT="29009" marB="29009" anchor="ctr">
                    <a:lnL>
                      <a:noFill/>
                    </a:lnL>
                    <a:lnR>
                      <a:noFill/>
                    </a:lnR>
                    <a:lnT>
                      <a:noFill/>
                    </a:lnT>
                    <a:lnB>
                      <a:noFill/>
                    </a:lnB>
                    <a:noFill/>
                  </a:tcPr>
                </a:tc>
                <a:tc>
                  <a:txBody>
                    <a:bodyPr/>
                    <a:lstStyle/>
                    <a:p>
                      <a:pPr>
                        <a:buNone/>
                      </a:pPr>
                      <a:r>
                        <a:rPr lang="en-IN" sz="1100">
                          <a:latin typeface="Courier New" panose="02070309020205020404" pitchFamily="49" charset="0"/>
                        </a:rPr>
                        <a:t>file.read()</a:t>
                      </a:r>
                      <a:endParaRPr lang="en-IN" sz="1100"/>
                    </a:p>
                  </a:txBody>
                  <a:tcPr marL="58018" marR="58018" marT="29009" marB="29009" anchor="ctr">
                    <a:lnL>
                      <a:noFill/>
                    </a:lnL>
                    <a:lnR>
                      <a:noFill/>
                    </a:lnR>
                    <a:lnT>
                      <a:noFill/>
                    </a:lnT>
                    <a:lnB>
                      <a:noFill/>
                    </a:lnB>
                    <a:noFill/>
                  </a:tcPr>
                </a:tc>
                <a:tc>
                  <a:txBody>
                    <a:bodyPr/>
                    <a:lstStyle/>
                    <a:p>
                      <a:pPr>
                        <a:buNone/>
                      </a:pPr>
                      <a:r>
                        <a:rPr lang="en-US" sz="1100"/>
                        <a:t>Reads the entire content of the file.</a:t>
                      </a:r>
                    </a:p>
                  </a:txBody>
                  <a:tcPr marL="58018" marR="58018" marT="29009" marB="29009" anchor="ctr">
                    <a:lnL>
                      <a:noFill/>
                    </a:lnL>
                    <a:lnR>
                      <a:noFill/>
                    </a:lnR>
                    <a:lnT>
                      <a:noFill/>
                    </a:lnT>
                    <a:lnB>
                      <a:noFill/>
                    </a:lnB>
                    <a:noFill/>
                  </a:tcPr>
                </a:tc>
                <a:extLst>
                  <a:ext uri="{0D108BD9-81ED-4DB2-BD59-A6C34878D82A}">
                    <a16:rowId xmlns:a16="http://schemas.microsoft.com/office/drawing/2014/main" val="1445538924"/>
                  </a:ext>
                </a:extLst>
              </a:tr>
              <a:tr h="451345">
                <a:tc>
                  <a:txBody>
                    <a:bodyPr/>
                    <a:lstStyle/>
                    <a:p>
                      <a:pPr>
                        <a:buNone/>
                      </a:pPr>
                      <a:r>
                        <a:rPr lang="en-IN" sz="1100" b="1"/>
                        <a:t>Write to file</a:t>
                      </a:r>
                      <a:endParaRPr lang="en-IN" sz="1100"/>
                    </a:p>
                  </a:txBody>
                  <a:tcPr marL="58018" marR="58018" marT="29009" marB="29009" anchor="ctr">
                    <a:lnL>
                      <a:noFill/>
                    </a:lnL>
                    <a:lnR>
                      <a:noFill/>
                    </a:lnR>
                    <a:lnT>
                      <a:noFill/>
                    </a:lnT>
                    <a:lnB>
                      <a:noFill/>
                    </a:lnB>
                    <a:noFill/>
                  </a:tcPr>
                </a:tc>
                <a:tc>
                  <a:txBody>
                    <a:bodyPr/>
                    <a:lstStyle/>
                    <a:p>
                      <a:pPr>
                        <a:buNone/>
                      </a:pPr>
                      <a:r>
                        <a:rPr lang="en-IN" sz="1100">
                          <a:latin typeface="Courier New" panose="02070309020205020404" pitchFamily="49" charset="0"/>
                        </a:rPr>
                        <a:t>file.write("text")</a:t>
                      </a:r>
                      <a:endParaRPr lang="en-IN" sz="1100"/>
                    </a:p>
                  </a:txBody>
                  <a:tcPr marL="58018" marR="58018" marT="29009" marB="29009" anchor="ctr">
                    <a:lnL>
                      <a:noFill/>
                    </a:lnL>
                    <a:lnR>
                      <a:noFill/>
                    </a:lnR>
                    <a:lnT>
                      <a:noFill/>
                    </a:lnT>
                    <a:lnB>
                      <a:noFill/>
                    </a:lnB>
                    <a:noFill/>
                  </a:tcPr>
                </a:tc>
                <a:tc>
                  <a:txBody>
                    <a:bodyPr/>
                    <a:lstStyle/>
                    <a:p>
                      <a:pPr>
                        <a:buNone/>
                      </a:pPr>
                      <a:r>
                        <a:rPr lang="en-US" sz="1100"/>
                        <a:t>Writes text to the file (overwrites in </a:t>
                      </a:r>
                      <a:r>
                        <a:rPr lang="en-US" sz="1100">
                          <a:latin typeface="Courier New" panose="02070309020205020404" pitchFamily="49" charset="0"/>
                        </a:rPr>
                        <a:t>'w'</a:t>
                      </a:r>
                      <a:r>
                        <a:rPr lang="en-US" sz="1100"/>
                        <a:t> mode).</a:t>
                      </a:r>
                    </a:p>
                  </a:txBody>
                  <a:tcPr marL="58018" marR="58018" marT="29009" marB="29009" anchor="ctr">
                    <a:lnL>
                      <a:noFill/>
                    </a:lnL>
                    <a:lnR>
                      <a:noFill/>
                    </a:lnR>
                    <a:lnT>
                      <a:noFill/>
                    </a:lnT>
                    <a:lnB>
                      <a:noFill/>
                    </a:lnB>
                    <a:noFill/>
                  </a:tcPr>
                </a:tc>
                <a:extLst>
                  <a:ext uri="{0D108BD9-81ED-4DB2-BD59-A6C34878D82A}">
                    <a16:rowId xmlns:a16="http://schemas.microsoft.com/office/drawing/2014/main" val="3325716410"/>
                  </a:ext>
                </a:extLst>
              </a:tr>
              <a:tr h="257911">
                <a:tc>
                  <a:txBody>
                    <a:bodyPr/>
                    <a:lstStyle/>
                    <a:p>
                      <a:pPr>
                        <a:buNone/>
                      </a:pPr>
                      <a:r>
                        <a:rPr lang="en-IN" sz="1100" b="1"/>
                        <a:t>Use </a:t>
                      </a:r>
                      <a:r>
                        <a:rPr lang="en-IN" sz="1100" b="1">
                          <a:latin typeface="Courier New" panose="02070309020205020404" pitchFamily="49" charset="0"/>
                        </a:rPr>
                        <a:t>with</a:t>
                      </a:r>
                      <a:r>
                        <a:rPr lang="en-IN" sz="1100" b="1"/>
                        <a:t> statement</a:t>
                      </a:r>
                      <a:endParaRPr lang="en-IN" sz="1100"/>
                    </a:p>
                  </a:txBody>
                  <a:tcPr marL="58018" marR="58018" marT="29009" marB="29009" anchor="ctr">
                    <a:lnL>
                      <a:noFill/>
                    </a:lnL>
                    <a:lnR>
                      <a:noFill/>
                    </a:lnR>
                    <a:lnT>
                      <a:noFill/>
                    </a:lnT>
                    <a:lnB>
                      <a:noFill/>
                    </a:lnB>
                    <a:noFill/>
                  </a:tcPr>
                </a:tc>
                <a:tc>
                  <a:txBody>
                    <a:bodyPr/>
                    <a:lstStyle/>
                    <a:p>
                      <a:pPr>
                        <a:buNone/>
                      </a:pPr>
                      <a:r>
                        <a:rPr lang="en-IN" sz="1100">
                          <a:latin typeface="Courier New" panose="02070309020205020404" pitchFamily="49" charset="0"/>
                        </a:rPr>
                        <a:t>with open(...) as file:</a:t>
                      </a:r>
                      <a:endParaRPr lang="en-IN" sz="1100"/>
                    </a:p>
                  </a:txBody>
                  <a:tcPr marL="58018" marR="58018" marT="29009" marB="29009" anchor="ctr">
                    <a:lnL>
                      <a:noFill/>
                    </a:lnL>
                    <a:lnR>
                      <a:noFill/>
                    </a:lnR>
                    <a:lnT>
                      <a:noFill/>
                    </a:lnT>
                    <a:lnB>
                      <a:noFill/>
                    </a:lnB>
                    <a:noFill/>
                  </a:tcPr>
                </a:tc>
                <a:tc>
                  <a:txBody>
                    <a:bodyPr/>
                    <a:lstStyle/>
                    <a:p>
                      <a:pPr>
                        <a:buNone/>
                      </a:pPr>
                      <a:r>
                        <a:rPr lang="en-IN" sz="1100"/>
                        <a:t>Automatically handles file closing.</a:t>
                      </a:r>
                    </a:p>
                  </a:txBody>
                  <a:tcPr marL="58018" marR="58018" marT="29009" marB="29009" anchor="ctr">
                    <a:lnL>
                      <a:noFill/>
                    </a:lnL>
                    <a:lnR>
                      <a:noFill/>
                    </a:lnR>
                    <a:lnT>
                      <a:noFill/>
                    </a:lnT>
                    <a:lnB>
                      <a:noFill/>
                    </a:lnB>
                    <a:noFill/>
                  </a:tcPr>
                </a:tc>
                <a:extLst>
                  <a:ext uri="{0D108BD9-81ED-4DB2-BD59-A6C34878D82A}">
                    <a16:rowId xmlns:a16="http://schemas.microsoft.com/office/drawing/2014/main" val="3915542886"/>
                  </a:ext>
                </a:extLst>
              </a:tr>
              <a:tr h="451345">
                <a:tc>
                  <a:txBody>
                    <a:bodyPr/>
                    <a:lstStyle/>
                    <a:p>
                      <a:pPr>
                        <a:buNone/>
                      </a:pPr>
                      <a:r>
                        <a:rPr lang="en-IN" sz="1100" b="1"/>
                        <a:t>Handle exceptions</a:t>
                      </a:r>
                      <a:endParaRPr lang="en-IN" sz="1100"/>
                    </a:p>
                  </a:txBody>
                  <a:tcPr marL="58018" marR="58018" marT="29009" marB="29009" anchor="ctr">
                    <a:lnL>
                      <a:noFill/>
                    </a:lnL>
                    <a:lnR>
                      <a:noFill/>
                    </a:lnR>
                    <a:lnT>
                      <a:noFill/>
                    </a:lnT>
                    <a:lnB>
                      <a:noFill/>
                    </a:lnB>
                    <a:noFill/>
                  </a:tcPr>
                </a:tc>
                <a:tc>
                  <a:txBody>
                    <a:bodyPr/>
                    <a:lstStyle/>
                    <a:p>
                      <a:pPr>
                        <a:buNone/>
                      </a:pPr>
                      <a:r>
                        <a:rPr lang="en-IN" sz="1100">
                          <a:latin typeface="Courier New" panose="02070309020205020404" pitchFamily="49" charset="0"/>
                        </a:rPr>
                        <a:t>try: ... finally: file.close()</a:t>
                      </a:r>
                      <a:endParaRPr lang="en-IN" sz="1100"/>
                    </a:p>
                  </a:txBody>
                  <a:tcPr marL="58018" marR="58018" marT="29009" marB="29009" anchor="ctr">
                    <a:lnL>
                      <a:noFill/>
                    </a:lnL>
                    <a:lnR>
                      <a:noFill/>
                    </a:lnR>
                    <a:lnT>
                      <a:noFill/>
                    </a:lnT>
                    <a:lnB>
                      <a:noFill/>
                    </a:lnB>
                    <a:noFill/>
                  </a:tcPr>
                </a:tc>
                <a:tc>
                  <a:txBody>
                    <a:bodyPr/>
                    <a:lstStyle/>
                    <a:p>
                      <a:pPr>
                        <a:buNone/>
                      </a:pPr>
                      <a:r>
                        <a:rPr lang="en-US" sz="1100"/>
                        <a:t>Ensures file is closed even if an error occurs.</a:t>
                      </a:r>
                    </a:p>
                  </a:txBody>
                  <a:tcPr marL="58018" marR="58018" marT="29009" marB="29009" anchor="ctr">
                    <a:lnL>
                      <a:noFill/>
                    </a:lnL>
                    <a:lnR>
                      <a:noFill/>
                    </a:lnR>
                    <a:lnT>
                      <a:noFill/>
                    </a:lnT>
                    <a:lnB>
                      <a:noFill/>
                    </a:lnB>
                    <a:noFill/>
                  </a:tcPr>
                </a:tc>
                <a:extLst>
                  <a:ext uri="{0D108BD9-81ED-4DB2-BD59-A6C34878D82A}">
                    <a16:rowId xmlns:a16="http://schemas.microsoft.com/office/drawing/2014/main" val="1012073395"/>
                  </a:ext>
                </a:extLst>
              </a:tr>
              <a:tr h="451345">
                <a:tc>
                  <a:txBody>
                    <a:bodyPr/>
                    <a:lstStyle/>
                    <a:p>
                      <a:pPr>
                        <a:buNone/>
                      </a:pPr>
                      <a:r>
                        <a:rPr lang="en-IN" sz="1100" b="1"/>
                        <a:t>Read line-by-line</a:t>
                      </a:r>
                      <a:endParaRPr lang="en-IN" sz="1100"/>
                    </a:p>
                  </a:txBody>
                  <a:tcPr marL="58018" marR="58018" marT="29009" marB="29009" anchor="ctr">
                    <a:lnL>
                      <a:noFill/>
                    </a:lnL>
                    <a:lnR>
                      <a:noFill/>
                    </a:lnR>
                    <a:lnT>
                      <a:noFill/>
                    </a:lnT>
                    <a:lnB>
                      <a:noFill/>
                    </a:lnB>
                    <a:noFill/>
                  </a:tcPr>
                </a:tc>
                <a:tc>
                  <a:txBody>
                    <a:bodyPr/>
                    <a:lstStyle/>
                    <a:p>
                      <a:pPr>
                        <a:buNone/>
                      </a:pPr>
                      <a:r>
                        <a:rPr lang="en-IN" sz="1100">
                          <a:latin typeface="Courier New" panose="02070309020205020404" pitchFamily="49" charset="0"/>
                        </a:rPr>
                        <a:t>file.readline()</a:t>
                      </a:r>
                      <a:r>
                        <a:rPr lang="en-IN" sz="1100"/>
                        <a:t> / </a:t>
                      </a:r>
                      <a:r>
                        <a:rPr lang="en-IN" sz="1100">
                          <a:latin typeface="Courier New" panose="02070309020205020404" pitchFamily="49" charset="0"/>
                        </a:rPr>
                        <a:t>file.readlines()</a:t>
                      </a:r>
                      <a:endParaRPr lang="en-IN" sz="1100"/>
                    </a:p>
                  </a:txBody>
                  <a:tcPr marL="58018" marR="58018" marT="29009" marB="29009" anchor="ctr">
                    <a:lnL>
                      <a:noFill/>
                    </a:lnL>
                    <a:lnR>
                      <a:noFill/>
                    </a:lnR>
                    <a:lnT>
                      <a:noFill/>
                    </a:lnT>
                    <a:lnB>
                      <a:noFill/>
                    </a:lnB>
                    <a:noFill/>
                  </a:tcPr>
                </a:tc>
                <a:tc>
                  <a:txBody>
                    <a:bodyPr/>
                    <a:lstStyle/>
                    <a:p>
                      <a:pPr>
                        <a:buNone/>
                      </a:pPr>
                      <a:r>
                        <a:rPr lang="en-US" sz="1100"/>
                        <a:t>Reads one line or all lines into a list.</a:t>
                      </a:r>
                    </a:p>
                  </a:txBody>
                  <a:tcPr marL="58018" marR="58018" marT="29009" marB="29009" anchor="ctr">
                    <a:lnL>
                      <a:noFill/>
                    </a:lnL>
                    <a:lnR>
                      <a:noFill/>
                    </a:lnR>
                    <a:lnT>
                      <a:noFill/>
                    </a:lnT>
                    <a:lnB>
                      <a:noFill/>
                    </a:lnB>
                    <a:noFill/>
                  </a:tcPr>
                </a:tc>
                <a:extLst>
                  <a:ext uri="{0D108BD9-81ED-4DB2-BD59-A6C34878D82A}">
                    <a16:rowId xmlns:a16="http://schemas.microsoft.com/office/drawing/2014/main" val="2271626333"/>
                  </a:ext>
                </a:extLst>
              </a:tr>
              <a:tr h="451345">
                <a:tc>
                  <a:txBody>
                    <a:bodyPr/>
                    <a:lstStyle/>
                    <a:p>
                      <a:pPr>
                        <a:buNone/>
                      </a:pPr>
                      <a:r>
                        <a:rPr lang="en-IN" sz="1100" b="1"/>
                        <a:t>Append to file</a:t>
                      </a:r>
                      <a:endParaRPr lang="en-IN" sz="1100"/>
                    </a:p>
                  </a:txBody>
                  <a:tcPr marL="58018" marR="58018" marT="29009" marB="29009" anchor="ctr">
                    <a:lnL>
                      <a:noFill/>
                    </a:lnL>
                    <a:lnR>
                      <a:noFill/>
                    </a:lnR>
                    <a:lnT>
                      <a:noFill/>
                    </a:lnT>
                    <a:lnB>
                      <a:noFill/>
                    </a:lnB>
                    <a:noFill/>
                  </a:tcPr>
                </a:tc>
                <a:tc>
                  <a:txBody>
                    <a:bodyPr/>
                    <a:lstStyle/>
                    <a:p>
                      <a:pPr>
                        <a:buNone/>
                      </a:pPr>
                      <a:r>
                        <a:rPr lang="en-IN" sz="1100">
                          <a:latin typeface="Courier New" panose="02070309020205020404" pitchFamily="49" charset="0"/>
                        </a:rPr>
                        <a:t>open('filename.txt', 'a')</a:t>
                      </a:r>
                      <a:endParaRPr lang="en-IN" sz="1100"/>
                    </a:p>
                  </a:txBody>
                  <a:tcPr marL="58018" marR="58018" marT="29009" marB="29009" anchor="ctr">
                    <a:lnL>
                      <a:noFill/>
                    </a:lnL>
                    <a:lnR>
                      <a:noFill/>
                    </a:lnR>
                    <a:lnT>
                      <a:noFill/>
                    </a:lnT>
                    <a:lnB>
                      <a:noFill/>
                    </a:lnB>
                    <a:noFill/>
                  </a:tcPr>
                </a:tc>
                <a:tc>
                  <a:txBody>
                    <a:bodyPr/>
                    <a:lstStyle/>
                    <a:p>
                      <a:pPr>
                        <a:buNone/>
                      </a:pPr>
                      <a:r>
                        <a:rPr lang="en-US" sz="1100"/>
                        <a:t>Opens file in append mode to add content without overwriting.</a:t>
                      </a:r>
                    </a:p>
                  </a:txBody>
                  <a:tcPr marL="58018" marR="58018" marT="29009" marB="29009" anchor="ctr">
                    <a:lnL>
                      <a:noFill/>
                    </a:lnL>
                    <a:lnR>
                      <a:noFill/>
                    </a:lnR>
                    <a:lnT>
                      <a:noFill/>
                    </a:lnT>
                    <a:lnB>
                      <a:noFill/>
                    </a:lnB>
                    <a:noFill/>
                  </a:tcPr>
                </a:tc>
                <a:extLst>
                  <a:ext uri="{0D108BD9-81ED-4DB2-BD59-A6C34878D82A}">
                    <a16:rowId xmlns:a16="http://schemas.microsoft.com/office/drawing/2014/main" val="2415661393"/>
                  </a:ext>
                </a:extLst>
              </a:tr>
              <a:tr h="451345">
                <a:tc>
                  <a:txBody>
                    <a:bodyPr/>
                    <a:lstStyle/>
                    <a:p>
                      <a:pPr>
                        <a:buNone/>
                      </a:pPr>
                      <a:r>
                        <a:rPr lang="en-IN" sz="1100" b="1"/>
                        <a:t>Check if file exists</a:t>
                      </a:r>
                      <a:endParaRPr lang="en-IN" sz="1100"/>
                    </a:p>
                  </a:txBody>
                  <a:tcPr marL="58018" marR="58018" marT="29009" marB="29009" anchor="ctr">
                    <a:lnL>
                      <a:noFill/>
                    </a:lnL>
                    <a:lnR>
                      <a:noFill/>
                    </a:lnR>
                    <a:lnT>
                      <a:noFill/>
                    </a:lnT>
                    <a:lnB>
                      <a:noFill/>
                    </a:lnB>
                    <a:noFill/>
                  </a:tcPr>
                </a:tc>
                <a:tc>
                  <a:txBody>
                    <a:bodyPr/>
                    <a:lstStyle/>
                    <a:p>
                      <a:pPr>
                        <a:buNone/>
                      </a:pPr>
                      <a:r>
                        <a:rPr lang="en-IN" sz="1100">
                          <a:latin typeface="Courier New" panose="02070309020205020404" pitchFamily="49" charset="0"/>
                        </a:rPr>
                        <a:t>os.path.exists('filename.txt')</a:t>
                      </a:r>
                      <a:endParaRPr lang="en-IN" sz="1100"/>
                    </a:p>
                  </a:txBody>
                  <a:tcPr marL="58018" marR="58018" marT="29009" marB="29009" anchor="ctr">
                    <a:lnL>
                      <a:noFill/>
                    </a:lnL>
                    <a:lnR>
                      <a:noFill/>
                    </a:lnR>
                    <a:lnT>
                      <a:noFill/>
                    </a:lnT>
                    <a:lnB>
                      <a:noFill/>
                    </a:lnB>
                    <a:noFill/>
                  </a:tcPr>
                </a:tc>
                <a:tc>
                  <a:txBody>
                    <a:bodyPr/>
                    <a:lstStyle/>
                    <a:p>
                      <a:pPr>
                        <a:buNone/>
                      </a:pPr>
                      <a:r>
                        <a:rPr lang="en-US" sz="1100"/>
                        <a:t>Checks if a file exists before opening (requires </a:t>
                      </a:r>
                      <a:r>
                        <a:rPr lang="en-US" sz="1100">
                          <a:latin typeface="Courier New" panose="02070309020205020404" pitchFamily="49" charset="0"/>
                        </a:rPr>
                        <a:t>import os</a:t>
                      </a:r>
                      <a:r>
                        <a:rPr lang="en-US" sz="1100"/>
                        <a:t>).</a:t>
                      </a:r>
                    </a:p>
                  </a:txBody>
                  <a:tcPr marL="58018" marR="58018" marT="29009" marB="29009" anchor="ctr">
                    <a:lnL>
                      <a:noFill/>
                    </a:lnL>
                    <a:lnR>
                      <a:noFill/>
                    </a:lnR>
                    <a:lnT>
                      <a:noFill/>
                    </a:lnT>
                    <a:lnB>
                      <a:noFill/>
                    </a:lnB>
                    <a:noFill/>
                  </a:tcPr>
                </a:tc>
                <a:extLst>
                  <a:ext uri="{0D108BD9-81ED-4DB2-BD59-A6C34878D82A}">
                    <a16:rowId xmlns:a16="http://schemas.microsoft.com/office/drawing/2014/main" val="1682567123"/>
                  </a:ext>
                </a:extLst>
              </a:tr>
              <a:tr h="451345">
                <a:tc>
                  <a:txBody>
                    <a:bodyPr/>
                    <a:lstStyle/>
                    <a:p>
                      <a:pPr>
                        <a:buNone/>
                      </a:pPr>
                      <a:r>
                        <a:rPr lang="en-IN" sz="1100" b="1"/>
                        <a:t>Delete a file</a:t>
                      </a:r>
                      <a:endParaRPr lang="en-IN" sz="1100"/>
                    </a:p>
                  </a:txBody>
                  <a:tcPr marL="58018" marR="58018" marT="29009" marB="29009" anchor="ctr">
                    <a:lnL>
                      <a:noFill/>
                    </a:lnL>
                    <a:lnR>
                      <a:noFill/>
                    </a:lnR>
                    <a:lnT>
                      <a:noFill/>
                    </a:lnT>
                    <a:lnB>
                      <a:noFill/>
                    </a:lnB>
                    <a:noFill/>
                  </a:tcPr>
                </a:tc>
                <a:tc>
                  <a:txBody>
                    <a:bodyPr/>
                    <a:lstStyle/>
                    <a:p>
                      <a:pPr>
                        <a:buNone/>
                      </a:pPr>
                      <a:r>
                        <a:rPr lang="en-IN" sz="1100">
                          <a:latin typeface="Courier New" panose="02070309020205020404" pitchFamily="49" charset="0"/>
                        </a:rPr>
                        <a:t>os.remove('filename.txt')</a:t>
                      </a:r>
                      <a:endParaRPr lang="en-IN" sz="1100"/>
                    </a:p>
                  </a:txBody>
                  <a:tcPr marL="58018" marR="58018" marT="29009" marB="29009" anchor="ctr">
                    <a:lnL>
                      <a:noFill/>
                    </a:lnL>
                    <a:lnR>
                      <a:noFill/>
                    </a:lnR>
                    <a:lnT>
                      <a:noFill/>
                    </a:lnT>
                    <a:lnB>
                      <a:noFill/>
                    </a:lnB>
                    <a:noFill/>
                  </a:tcPr>
                </a:tc>
                <a:tc>
                  <a:txBody>
                    <a:bodyPr/>
                    <a:lstStyle/>
                    <a:p>
                      <a:pPr>
                        <a:buNone/>
                      </a:pPr>
                      <a:r>
                        <a:rPr lang="pt-BR" sz="1100" dirty="0"/>
                        <a:t>Deletes a file (requires </a:t>
                      </a:r>
                      <a:r>
                        <a:rPr lang="pt-BR" sz="1100" dirty="0">
                          <a:latin typeface="Courier New" panose="02070309020205020404" pitchFamily="49" charset="0"/>
                        </a:rPr>
                        <a:t>import os</a:t>
                      </a:r>
                      <a:r>
                        <a:rPr lang="pt-BR" sz="1100" dirty="0"/>
                        <a:t>).</a:t>
                      </a:r>
                    </a:p>
                  </a:txBody>
                  <a:tcPr marL="58018" marR="58018" marT="29009" marB="29009" anchor="ctr">
                    <a:lnL>
                      <a:noFill/>
                    </a:lnL>
                    <a:lnR>
                      <a:noFill/>
                    </a:lnR>
                    <a:lnT>
                      <a:noFill/>
                    </a:lnT>
                    <a:lnB>
                      <a:noFill/>
                    </a:lnB>
                    <a:noFill/>
                  </a:tcPr>
                </a:tc>
                <a:extLst>
                  <a:ext uri="{0D108BD9-81ED-4DB2-BD59-A6C34878D82A}">
                    <a16:rowId xmlns:a16="http://schemas.microsoft.com/office/drawing/2014/main" val="3988972689"/>
                  </a:ext>
                </a:extLst>
              </a:tr>
            </a:tbl>
          </a:graphicData>
        </a:graphic>
      </p:graphicFrame>
    </p:spTree>
    <p:extLst>
      <p:ext uri="{BB962C8B-B14F-4D97-AF65-F5344CB8AC3E}">
        <p14:creationId xmlns:p14="http://schemas.microsoft.com/office/powerpoint/2010/main" val="18928908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BB2D8A2-6159-0567-F62F-BA08D9400C47}"/>
              </a:ext>
            </a:extLst>
          </p:cNvPr>
          <p:cNvSpPr>
            <a:spLocks noGrp="1"/>
          </p:cNvSpPr>
          <p:nvPr>
            <p:ph type="body" sz="quarter" idx="13"/>
          </p:nvPr>
        </p:nvSpPr>
        <p:spPr/>
        <p:txBody>
          <a:bodyPr/>
          <a:lstStyle/>
          <a:p>
            <a:pPr marL="0" indent="0">
              <a:buNone/>
            </a:pPr>
            <a:r>
              <a:rPr lang="en-US" dirty="0"/>
              <a:t>Modes in file Handling </a:t>
            </a:r>
            <a:endParaRPr lang="en-IN" dirty="0"/>
          </a:p>
        </p:txBody>
      </p:sp>
      <p:graphicFrame>
        <p:nvGraphicFramePr>
          <p:cNvPr id="4" name="Content Placeholder 3">
            <a:extLst>
              <a:ext uri="{FF2B5EF4-FFF2-40B4-BE49-F238E27FC236}">
                <a16:creationId xmlns:a16="http://schemas.microsoft.com/office/drawing/2014/main" id="{11107758-0414-0615-D609-F477025B0C30}"/>
              </a:ext>
            </a:extLst>
          </p:cNvPr>
          <p:cNvGraphicFramePr>
            <a:graphicFrameLocks noGrp="1"/>
          </p:cNvGraphicFramePr>
          <p:nvPr>
            <p:ph idx="15"/>
          </p:nvPr>
        </p:nvGraphicFramePr>
        <p:xfrm>
          <a:off x="653256" y="1370489"/>
          <a:ext cx="10885488" cy="4759960"/>
        </p:xfrm>
        <a:graphic>
          <a:graphicData uri="http://schemas.openxmlformats.org/drawingml/2006/table">
            <a:tbl>
              <a:tblPr/>
              <a:tblGrid>
                <a:gridCol w="5442744">
                  <a:extLst>
                    <a:ext uri="{9D8B030D-6E8A-4147-A177-3AD203B41FA5}">
                      <a16:colId xmlns:a16="http://schemas.microsoft.com/office/drawing/2014/main" val="567292026"/>
                    </a:ext>
                  </a:extLst>
                </a:gridCol>
                <a:gridCol w="5442744">
                  <a:extLst>
                    <a:ext uri="{9D8B030D-6E8A-4147-A177-3AD203B41FA5}">
                      <a16:colId xmlns:a16="http://schemas.microsoft.com/office/drawing/2014/main" val="3499480479"/>
                    </a:ext>
                  </a:extLst>
                </a:gridCol>
              </a:tblGrid>
              <a:tr h="0">
                <a:tc>
                  <a:txBody>
                    <a:bodyPr/>
                    <a:lstStyle/>
                    <a:p>
                      <a:pPr algn="l" rtl="0" fontAlgn="base">
                        <a:spcAft>
                          <a:spcPts val="750"/>
                        </a:spcAft>
                        <a:buNone/>
                      </a:pPr>
                      <a:r>
                        <a:rPr lang="en-IN" sz="1400" b="1">
                          <a:effectLst/>
                        </a:rPr>
                        <a:t>Mode</a:t>
                      </a:r>
                    </a:p>
                  </a:txBody>
                  <a:tcPr marL="38100" marR="381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l" rtl="0" fontAlgn="base">
                        <a:spcAft>
                          <a:spcPts val="750"/>
                        </a:spcAft>
                        <a:buNone/>
                      </a:pPr>
                      <a:r>
                        <a:rPr lang="en-IN" sz="1400" b="1">
                          <a:effectLst/>
                        </a:rPr>
                        <a:t>Description</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919887582"/>
                  </a:ext>
                </a:extLst>
              </a:tr>
              <a:tr h="0">
                <a:tc>
                  <a:txBody>
                    <a:bodyPr/>
                    <a:lstStyle/>
                    <a:p>
                      <a:pPr algn="l" fontAlgn="ctr">
                        <a:buNone/>
                      </a:pPr>
                      <a:r>
                        <a:rPr lang="en-IN" sz="1250" b="0">
                          <a:effectLst/>
                        </a:rPr>
                        <a:t>‘r’</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l" fontAlgn="ctr">
                        <a:buNone/>
                      </a:pPr>
                      <a:r>
                        <a:rPr lang="en-US" sz="1250" b="0">
                          <a:effectLst/>
                        </a:rPr>
                        <a:t>Read-only. Raises I/O error if file doesn't exist.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806915897"/>
                  </a:ext>
                </a:extLst>
              </a:tr>
              <a:tr h="0">
                <a:tc>
                  <a:txBody>
                    <a:bodyPr/>
                    <a:lstStyle/>
                    <a:p>
                      <a:pPr algn="l" fontAlgn="ctr">
                        <a:buNone/>
                      </a:pPr>
                      <a:r>
                        <a:rPr lang="en-IN" sz="1250" b="0">
                          <a:effectLst/>
                        </a:rPr>
                        <a:t>‘r+’</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l" fontAlgn="ctr">
                        <a:buNone/>
                      </a:pPr>
                      <a:r>
                        <a:rPr lang="en-US" sz="1250" b="0">
                          <a:effectLst/>
                        </a:rPr>
                        <a:t>Read and write. Raises I/O error if the file does not exist.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730176442"/>
                  </a:ext>
                </a:extLst>
              </a:tr>
              <a:tr h="0">
                <a:tc>
                  <a:txBody>
                    <a:bodyPr/>
                    <a:lstStyle/>
                    <a:p>
                      <a:pPr algn="l" fontAlgn="ctr">
                        <a:buNone/>
                      </a:pPr>
                      <a:r>
                        <a:rPr lang="en-IN" sz="1250" b="0">
                          <a:effectLst/>
                        </a:rPr>
                        <a:t>‘w’</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l" fontAlgn="ctr">
                        <a:buNone/>
                      </a:pPr>
                      <a:r>
                        <a:rPr lang="en-US" sz="1250" b="0">
                          <a:effectLst/>
                        </a:rPr>
                        <a:t>Write-only. Overwrites file if it exists, else creates a new one.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719326505"/>
                  </a:ext>
                </a:extLst>
              </a:tr>
              <a:tr h="0">
                <a:tc>
                  <a:txBody>
                    <a:bodyPr/>
                    <a:lstStyle/>
                    <a:p>
                      <a:pPr algn="l" fontAlgn="ctr">
                        <a:buNone/>
                      </a:pPr>
                      <a:r>
                        <a:rPr lang="en-IN" sz="1250" b="0">
                          <a:effectLst/>
                        </a:rPr>
                        <a:t>‘w+’</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l" fontAlgn="ctr">
                        <a:buNone/>
                      </a:pPr>
                      <a:r>
                        <a:rPr lang="en-US" sz="1250" b="0">
                          <a:effectLst/>
                        </a:rPr>
                        <a:t>Read and write. Overwrites file or creates new one.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405500731"/>
                  </a:ext>
                </a:extLst>
              </a:tr>
              <a:tr h="0">
                <a:tc>
                  <a:txBody>
                    <a:bodyPr/>
                    <a:lstStyle/>
                    <a:p>
                      <a:pPr algn="l" fontAlgn="ctr">
                        <a:buNone/>
                      </a:pPr>
                      <a:r>
                        <a:rPr lang="en-IN" sz="1250" b="0">
                          <a:effectLst/>
                        </a:rPr>
                        <a:t>‘a’</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l" fontAlgn="ctr">
                        <a:buNone/>
                      </a:pPr>
                      <a:r>
                        <a:rPr lang="en-US" sz="1250" b="0">
                          <a:effectLst/>
                        </a:rPr>
                        <a:t>Append-only. Adds data to end. Creates file if it doesn't exist.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522063377"/>
                  </a:ext>
                </a:extLst>
              </a:tr>
              <a:tr h="0">
                <a:tc>
                  <a:txBody>
                    <a:bodyPr/>
                    <a:lstStyle/>
                    <a:p>
                      <a:pPr algn="l" fontAlgn="ctr">
                        <a:buNone/>
                      </a:pPr>
                      <a:r>
                        <a:rPr lang="en-IN" sz="1250" b="0">
                          <a:effectLst/>
                        </a:rPr>
                        <a:t>‘a+’</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l" fontAlgn="ctr">
                        <a:buNone/>
                      </a:pPr>
                      <a:r>
                        <a:rPr lang="en-US" sz="1250" b="0">
                          <a:effectLst/>
                        </a:rPr>
                        <a:t>Read and append. Pointer at end. Creates file if it doesn't exist.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931900186"/>
                  </a:ext>
                </a:extLst>
              </a:tr>
              <a:tr h="0">
                <a:tc>
                  <a:txBody>
                    <a:bodyPr/>
                    <a:lstStyle/>
                    <a:p>
                      <a:pPr algn="l" fontAlgn="ctr">
                        <a:buNone/>
                      </a:pPr>
                      <a:r>
                        <a:rPr lang="en-IN" sz="1250" b="0">
                          <a:effectLst/>
                        </a:rPr>
                        <a:t>‘rb’</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l" fontAlgn="ctr">
                        <a:buNone/>
                      </a:pPr>
                      <a:r>
                        <a:rPr lang="en-US" sz="1250" b="0">
                          <a:effectLst/>
                        </a:rPr>
                        <a:t>Read in binary mode. File must exist.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149355121"/>
                  </a:ext>
                </a:extLst>
              </a:tr>
              <a:tr h="0">
                <a:tc>
                  <a:txBody>
                    <a:bodyPr/>
                    <a:lstStyle/>
                    <a:p>
                      <a:pPr algn="l" fontAlgn="ctr">
                        <a:buNone/>
                      </a:pPr>
                      <a:r>
                        <a:rPr lang="en-IN" sz="1250" b="0">
                          <a:effectLst/>
                        </a:rPr>
                        <a:t>‘rb+’</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l" fontAlgn="ctr">
                        <a:buNone/>
                      </a:pPr>
                      <a:r>
                        <a:rPr lang="en-US" sz="1250" b="0">
                          <a:effectLst/>
                        </a:rPr>
                        <a:t>Read and write in binary mode. File must exist.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131991512"/>
                  </a:ext>
                </a:extLst>
              </a:tr>
              <a:tr h="0">
                <a:tc>
                  <a:txBody>
                    <a:bodyPr/>
                    <a:lstStyle/>
                    <a:p>
                      <a:pPr algn="l" fontAlgn="ctr">
                        <a:buNone/>
                      </a:pPr>
                      <a:r>
                        <a:rPr lang="en-IN" sz="1250" b="0">
                          <a:effectLst/>
                        </a:rPr>
                        <a:t>‘wb’</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l" fontAlgn="ctr">
                        <a:buNone/>
                      </a:pPr>
                      <a:r>
                        <a:rPr lang="en-US" sz="1250" b="0">
                          <a:effectLst/>
                        </a:rPr>
                        <a:t>Write in binary. Overwrites or creates new.</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12214122"/>
                  </a:ext>
                </a:extLst>
              </a:tr>
              <a:tr h="0">
                <a:tc>
                  <a:txBody>
                    <a:bodyPr/>
                    <a:lstStyle/>
                    <a:p>
                      <a:pPr algn="l" fontAlgn="ctr">
                        <a:buNone/>
                      </a:pPr>
                      <a:r>
                        <a:rPr lang="en-IN" sz="1250" b="0">
                          <a:effectLst/>
                        </a:rPr>
                        <a:t>‘wb+’</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l" fontAlgn="ctr">
                        <a:buNone/>
                      </a:pPr>
                      <a:r>
                        <a:rPr lang="en-US" sz="1250" b="0">
                          <a:effectLst/>
                        </a:rPr>
                        <a:t>Read and write in binary. Overwrites or creates new.</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669791202"/>
                  </a:ext>
                </a:extLst>
              </a:tr>
              <a:tr h="0">
                <a:tc>
                  <a:txBody>
                    <a:bodyPr/>
                    <a:lstStyle/>
                    <a:p>
                      <a:pPr algn="l" fontAlgn="ctr">
                        <a:buNone/>
                      </a:pPr>
                      <a:r>
                        <a:rPr lang="en-IN" sz="1250" b="0">
                          <a:effectLst/>
                        </a:rPr>
                        <a:t>‘ab’</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l" fontAlgn="ctr">
                        <a:buNone/>
                      </a:pPr>
                      <a:r>
                        <a:rPr lang="en-US" sz="1250" b="0">
                          <a:effectLst/>
                        </a:rPr>
                        <a:t>Append in binary. Creates file if not exist.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313992939"/>
                  </a:ext>
                </a:extLst>
              </a:tr>
              <a:tr h="0">
                <a:tc>
                  <a:txBody>
                    <a:bodyPr/>
                    <a:lstStyle/>
                    <a:p>
                      <a:pPr algn="l" fontAlgn="ctr">
                        <a:buNone/>
                      </a:pPr>
                      <a:r>
                        <a:rPr lang="en-IN" sz="1250" b="0">
                          <a:effectLst/>
                        </a:rPr>
                        <a:t>‘ab+’</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l" fontAlgn="ctr">
                        <a:buNone/>
                      </a:pPr>
                      <a:r>
                        <a:rPr lang="en-US" sz="1250" b="0" dirty="0">
                          <a:effectLst/>
                        </a:rPr>
                        <a:t>Read and append in binary. Creates file if it does not exist.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255231691"/>
                  </a:ext>
                </a:extLst>
              </a:tr>
            </a:tbl>
          </a:graphicData>
        </a:graphic>
      </p:graphicFrame>
    </p:spTree>
    <p:extLst>
      <p:ext uri="{BB962C8B-B14F-4D97-AF65-F5344CB8AC3E}">
        <p14:creationId xmlns:p14="http://schemas.microsoft.com/office/powerpoint/2010/main" val="30338147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37D48A-4C87-3E71-0263-DA18D0CFB72F}"/>
              </a:ext>
            </a:extLst>
          </p:cNvPr>
          <p:cNvSpPr>
            <a:spLocks noGrp="1"/>
          </p:cNvSpPr>
          <p:nvPr>
            <p:ph type="body" sz="quarter" idx="13"/>
          </p:nvPr>
        </p:nvSpPr>
        <p:spPr/>
        <p:txBody>
          <a:bodyPr/>
          <a:lstStyle/>
          <a:p>
            <a:endParaRPr lang="en-IN"/>
          </a:p>
        </p:txBody>
      </p:sp>
      <p:sp>
        <p:nvSpPr>
          <p:cNvPr id="3" name="Content Placeholder 2">
            <a:extLst>
              <a:ext uri="{FF2B5EF4-FFF2-40B4-BE49-F238E27FC236}">
                <a16:creationId xmlns:a16="http://schemas.microsoft.com/office/drawing/2014/main" id="{42CCD581-C132-B8B4-B9D4-BE2029469461}"/>
              </a:ext>
            </a:extLst>
          </p:cNvPr>
          <p:cNvSpPr>
            <a:spLocks noGrp="1"/>
          </p:cNvSpPr>
          <p:nvPr>
            <p:ph idx="15"/>
          </p:nvPr>
        </p:nvSpPr>
        <p:spPr>
          <a:xfrm>
            <a:off x="533400" y="1351280"/>
            <a:ext cx="5704840" cy="4822508"/>
          </a:xfrm>
        </p:spPr>
        <p:txBody>
          <a:bodyPr>
            <a:noAutofit/>
          </a:bodyPr>
          <a:lstStyle/>
          <a:p>
            <a:pPr marL="0" indent="0">
              <a:buNone/>
            </a:pPr>
            <a:r>
              <a:rPr lang="en-IN" sz="2000" dirty="0">
                <a:latin typeface="Arial" panose="020B0604020202020204" pitchFamily="34" charset="0"/>
                <a:cs typeface="Arial" panose="020B0604020202020204" pitchFamily="34" charset="0"/>
              </a:rPr>
              <a:t># Step 1: Write to a file</a:t>
            </a:r>
          </a:p>
          <a:p>
            <a:pPr marL="0" indent="0">
              <a:buNone/>
            </a:pPr>
            <a:r>
              <a:rPr lang="en-IN" sz="2000" dirty="0">
                <a:latin typeface="Arial" panose="020B0604020202020204" pitchFamily="34" charset="0"/>
                <a:cs typeface="Arial" panose="020B0604020202020204" pitchFamily="34" charset="0"/>
              </a:rPr>
              <a:t>with open("example.txt", "w") as file:</a:t>
            </a:r>
          </a:p>
          <a:p>
            <a:pPr marL="0" indent="0">
              <a:buNone/>
            </a:pPr>
            <a:r>
              <a:rPr lang="en-IN" sz="2000" dirty="0">
                <a:latin typeface="Arial" panose="020B0604020202020204" pitchFamily="34" charset="0"/>
                <a:cs typeface="Arial" panose="020B0604020202020204" pitchFamily="34" charset="0"/>
              </a:rPr>
              <a:t>    </a:t>
            </a:r>
            <a:r>
              <a:rPr lang="en-IN" sz="2000" dirty="0" err="1">
                <a:latin typeface="Arial" panose="020B0604020202020204" pitchFamily="34" charset="0"/>
                <a:cs typeface="Arial" panose="020B0604020202020204" pitchFamily="34" charset="0"/>
              </a:rPr>
              <a:t>file.write</a:t>
            </a:r>
            <a:r>
              <a:rPr lang="en-IN" sz="2000" dirty="0">
                <a:latin typeface="Arial" panose="020B0604020202020204" pitchFamily="34" charset="0"/>
                <a:cs typeface="Arial" panose="020B0604020202020204" pitchFamily="34" charset="0"/>
              </a:rPr>
              <a:t>("Hello, Bharath!\n")</a:t>
            </a:r>
          </a:p>
          <a:p>
            <a:pPr marL="0" indent="0">
              <a:buNone/>
            </a:pPr>
            <a:r>
              <a:rPr lang="en-IN" sz="2000" dirty="0">
                <a:latin typeface="Arial" panose="020B0604020202020204" pitchFamily="34" charset="0"/>
                <a:cs typeface="Arial" panose="020B0604020202020204" pitchFamily="34" charset="0"/>
              </a:rPr>
              <a:t>    </a:t>
            </a:r>
            <a:r>
              <a:rPr lang="en-IN" sz="2000" dirty="0" err="1">
                <a:latin typeface="Arial" panose="020B0604020202020204" pitchFamily="34" charset="0"/>
                <a:cs typeface="Arial" panose="020B0604020202020204" pitchFamily="34" charset="0"/>
              </a:rPr>
              <a:t>file.write</a:t>
            </a:r>
            <a:r>
              <a:rPr lang="en-IN" sz="2000" dirty="0">
                <a:latin typeface="Arial" panose="020B0604020202020204" pitchFamily="34" charset="0"/>
                <a:cs typeface="Arial" panose="020B0604020202020204" pitchFamily="34" charset="0"/>
              </a:rPr>
              <a:t>("This is a file handling example in Python.\n")</a:t>
            </a:r>
          </a:p>
          <a:p>
            <a:pPr marL="0" indent="0">
              <a:buNone/>
            </a:pPr>
            <a:r>
              <a:rPr lang="en-IN" sz="2000" dirty="0">
                <a:latin typeface="Arial" panose="020B0604020202020204" pitchFamily="34" charset="0"/>
                <a:cs typeface="Arial" panose="020B0604020202020204" pitchFamily="34" charset="0"/>
              </a:rPr>
              <a:t>print("✅ File written successfully.")</a:t>
            </a:r>
          </a:p>
          <a:p>
            <a:pPr marL="0" indent="0">
              <a:buNone/>
            </a:pPr>
            <a:r>
              <a:rPr lang="en-IN" sz="2000" dirty="0">
                <a:latin typeface="Arial" panose="020B0604020202020204" pitchFamily="34" charset="0"/>
                <a:cs typeface="Arial" panose="020B0604020202020204" pitchFamily="34" charset="0"/>
              </a:rPr>
              <a:t># Step 2: Read from the file</a:t>
            </a:r>
          </a:p>
          <a:p>
            <a:pPr marL="0" indent="0">
              <a:buNone/>
            </a:pPr>
            <a:r>
              <a:rPr lang="en-IN" sz="2000" dirty="0">
                <a:latin typeface="Arial" panose="020B0604020202020204" pitchFamily="34" charset="0"/>
                <a:cs typeface="Arial" panose="020B0604020202020204" pitchFamily="34" charset="0"/>
              </a:rPr>
              <a:t>try:</a:t>
            </a:r>
          </a:p>
          <a:p>
            <a:pPr marL="0" indent="0">
              <a:buNone/>
            </a:pPr>
            <a:r>
              <a:rPr lang="en-IN" sz="2000" dirty="0">
                <a:latin typeface="Arial" panose="020B0604020202020204" pitchFamily="34" charset="0"/>
                <a:cs typeface="Arial" panose="020B0604020202020204" pitchFamily="34" charset="0"/>
              </a:rPr>
              <a:t>    with open("example.txt", "r") as file:</a:t>
            </a:r>
          </a:p>
          <a:p>
            <a:pPr marL="0" indent="0">
              <a:buNone/>
            </a:pPr>
            <a:r>
              <a:rPr lang="en-IN" sz="2000" dirty="0">
                <a:latin typeface="Arial" panose="020B0604020202020204" pitchFamily="34" charset="0"/>
                <a:cs typeface="Arial" panose="020B0604020202020204" pitchFamily="34" charset="0"/>
              </a:rPr>
              <a:t>        content = </a:t>
            </a:r>
            <a:r>
              <a:rPr lang="en-IN" sz="2000" dirty="0" err="1">
                <a:latin typeface="Arial" panose="020B0604020202020204" pitchFamily="34" charset="0"/>
                <a:cs typeface="Arial" panose="020B0604020202020204" pitchFamily="34" charset="0"/>
              </a:rPr>
              <a:t>file.read</a:t>
            </a:r>
            <a:r>
              <a:rPr lang="en-IN" sz="2000" dirty="0">
                <a:latin typeface="Arial" panose="020B0604020202020204" pitchFamily="34" charset="0"/>
                <a:cs typeface="Arial" panose="020B0604020202020204" pitchFamily="34" charset="0"/>
              </a:rPr>
              <a:t>()</a:t>
            </a:r>
          </a:p>
          <a:p>
            <a:pPr marL="0" indent="0">
              <a:buNone/>
            </a:pPr>
            <a:r>
              <a:rPr lang="en-IN" sz="2000" dirty="0">
                <a:latin typeface="Arial" panose="020B0604020202020204" pitchFamily="34" charset="0"/>
                <a:cs typeface="Arial" panose="020B0604020202020204" pitchFamily="34" charset="0"/>
              </a:rPr>
              <a:t>        print("\n📄 File Content:")</a:t>
            </a:r>
          </a:p>
          <a:p>
            <a:pPr marL="0" indent="0">
              <a:buNone/>
            </a:pPr>
            <a:r>
              <a:rPr lang="en-IN" sz="2000" dirty="0">
                <a:latin typeface="Arial" panose="020B0604020202020204" pitchFamily="34" charset="0"/>
                <a:cs typeface="Arial" panose="020B0604020202020204" pitchFamily="34" charset="0"/>
              </a:rPr>
              <a:t>        print(content)</a:t>
            </a:r>
          </a:p>
        </p:txBody>
      </p:sp>
      <p:sp>
        <p:nvSpPr>
          <p:cNvPr id="6" name="TextBox 5">
            <a:extLst>
              <a:ext uri="{FF2B5EF4-FFF2-40B4-BE49-F238E27FC236}">
                <a16:creationId xmlns:a16="http://schemas.microsoft.com/office/drawing/2014/main" id="{6055E416-B28A-78D7-CDC5-95F6E2190621}"/>
              </a:ext>
            </a:extLst>
          </p:cNvPr>
          <p:cNvSpPr txBox="1"/>
          <p:nvPr/>
        </p:nvSpPr>
        <p:spPr>
          <a:xfrm>
            <a:off x="6837680" y="1205712"/>
            <a:ext cx="4734560" cy="5113644"/>
          </a:xfrm>
          <a:prstGeom prst="rect">
            <a:avLst/>
          </a:prstGeom>
          <a:noFill/>
        </p:spPr>
        <p:txBody>
          <a:bodyPr wrap="square" rtlCol="0">
            <a:spAutoFit/>
          </a:bodyPr>
          <a:lstStyle/>
          <a:p>
            <a:pPr>
              <a:lnSpc>
                <a:spcPct val="150000"/>
              </a:lnSpc>
            </a:pPr>
            <a:r>
              <a:rPr lang="en-IN" sz="2000" b="1" dirty="0">
                <a:latin typeface="Arial" panose="020B0604020202020204" pitchFamily="34" charset="0"/>
                <a:cs typeface="Arial" panose="020B0604020202020204" pitchFamily="34" charset="0"/>
              </a:rPr>
              <a:t>except </a:t>
            </a:r>
            <a:r>
              <a:rPr lang="en-IN" sz="2000" b="1" dirty="0" err="1">
                <a:latin typeface="Arial" panose="020B0604020202020204" pitchFamily="34" charset="0"/>
                <a:cs typeface="Arial" panose="020B0604020202020204" pitchFamily="34" charset="0"/>
              </a:rPr>
              <a:t>FileNotFoundError</a:t>
            </a:r>
            <a:r>
              <a:rPr lang="en-IN" sz="2000" b="1" dirty="0">
                <a:latin typeface="Arial" panose="020B0604020202020204" pitchFamily="34" charset="0"/>
                <a:cs typeface="Arial" panose="020B0604020202020204" pitchFamily="34" charset="0"/>
              </a:rPr>
              <a:t>:</a:t>
            </a:r>
          </a:p>
          <a:p>
            <a:pPr>
              <a:lnSpc>
                <a:spcPct val="150000"/>
              </a:lnSpc>
            </a:pPr>
            <a:r>
              <a:rPr lang="en-IN" sz="2000" b="1" dirty="0">
                <a:latin typeface="Arial" panose="020B0604020202020204" pitchFamily="34" charset="0"/>
                <a:cs typeface="Arial" panose="020B0604020202020204" pitchFamily="34" charset="0"/>
              </a:rPr>
              <a:t>    print("❌ File not found.")</a:t>
            </a:r>
          </a:p>
          <a:p>
            <a:pPr>
              <a:lnSpc>
                <a:spcPct val="150000"/>
              </a:lnSpc>
            </a:pPr>
            <a:r>
              <a:rPr lang="en-IN" sz="2000" b="1" dirty="0">
                <a:latin typeface="Arial" panose="020B0604020202020204" pitchFamily="34" charset="0"/>
                <a:cs typeface="Arial" panose="020B0604020202020204" pitchFamily="34" charset="0"/>
              </a:rPr>
              <a:t># Step 3: Check file properties</a:t>
            </a:r>
          </a:p>
          <a:p>
            <a:pPr>
              <a:lnSpc>
                <a:spcPct val="150000"/>
              </a:lnSpc>
            </a:pPr>
            <a:r>
              <a:rPr lang="en-IN" sz="2000" b="1" dirty="0">
                <a:latin typeface="Arial" panose="020B0604020202020204" pitchFamily="34" charset="0"/>
                <a:cs typeface="Arial" panose="020B0604020202020204" pitchFamily="34" charset="0"/>
              </a:rPr>
              <a:t>file = open("example.txt", "r")</a:t>
            </a:r>
          </a:p>
          <a:p>
            <a:pPr>
              <a:lnSpc>
                <a:spcPct val="150000"/>
              </a:lnSpc>
            </a:pPr>
            <a:r>
              <a:rPr lang="en-IN" sz="2000" b="1" dirty="0">
                <a:latin typeface="Arial" panose="020B0604020202020204" pitchFamily="34" charset="0"/>
                <a:cs typeface="Arial" panose="020B0604020202020204" pitchFamily="34" charset="0"/>
              </a:rPr>
              <a:t>print("\n🔍 File Properties:")</a:t>
            </a:r>
          </a:p>
          <a:p>
            <a:pPr>
              <a:lnSpc>
                <a:spcPct val="150000"/>
              </a:lnSpc>
            </a:pPr>
            <a:r>
              <a:rPr lang="en-IN" sz="2000" b="1" dirty="0">
                <a:latin typeface="Arial" panose="020B0604020202020204" pitchFamily="34" charset="0"/>
                <a:cs typeface="Arial" panose="020B0604020202020204" pitchFamily="34" charset="0"/>
              </a:rPr>
              <a:t>print("Filename:", file.name)</a:t>
            </a:r>
          </a:p>
          <a:p>
            <a:pPr>
              <a:lnSpc>
                <a:spcPct val="150000"/>
              </a:lnSpc>
            </a:pPr>
            <a:r>
              <a:rPr lang="en-IN" sz="2000" b="1" dirty="0">
                <a:latin typeface="Arial" panose="020B0604020202020204" pitchFamily="34" charset="0"/>
                <a:cs typeface="Arial" panose="020B0604020202020204" pitchFamily="34" charset="0"/>
              </a:rPr>
              <a:t>print("Mode:", </a:t>
            </a:r>
            <a:r>
              <a:rPr lang="en-IN" sz="2000" b="1" dirty="0" err="1">
                <a:latin typeface="Arial" panose="020B0604020202020204" pitchFamily="34" charset="0"/>
                <a:cs typeface="Arial" panose="020B0604020202020204" pitchFamily="34" charset="0"/>
              </a:rPr>
              <a:t>file.mode</a:t>
            </a:r>
            <a:r>
              <a:rPr lang="en-IN" sz="2000" b="1" dirty="0">
                <a:latin typeface="Arial" panose="020B0604020202020204" pitchFamily="34" charset="0"/>
                <a:cs typeface="Arial" panose="020B0604020202020204" pitchFamily="34" charset="0"/>
              </a:rPr>
              <a:t>)</a:t>
            </a:r>
          </a:p>
          <a:p>
            <a:pPr>
              <a:lnSpc>
                <a:spcPct val="150000"/>
              </a:lnSpc>
            </a:pPr>
            <a:r>
              <a:rPr lang="en-IN" sz="2000" b="1" dirty="0">
                <a:latin typeface="Arial" panose="020B0604020202020204" pitchFamily="34" charset="0"/>
                <a:cs typeface="Arial" panose="020B0604020202020204" pitchFamily="34" charset="0"/>
              </a:rPr>
              <a:t>print("Is Closed?", </a:t>
            </a:r>
            <a:r>
              <a:rPr lang="en-IN" sz="2000" b="1" dirty="0" err="1">
                <a:latin typeface="Arial" panose="020B0604020202020204" pitchFamily="34" charset="0"/>
                <a:cs typeface="Arial" panose="020B0604020202020204" pitchFamily="34" charset="0"/>
              </a:rPr>
              <a:t>file.closed</a:t>
            </a:r>
            <a:r>
              <a:rPr lang="en-IN" sz="2000" b="1" dirty="0">
                <a:latin typeface="Arial" panose="020B0604020202020204" pitchFamily="34" charset="0"/>
                <a:cs typeface="Arial" panose="020B0604020202020204" pitchFamily="34" charset="0"/>
              </a:rPr>
              <a:t>)</a:t>
            </a:r>
          </a:p>
          <a:p>
            <a:pPr>
              <a:lnSpc>
                <a:spcPct val="150000"/>
              </a:lnSpc>
            </a:pPr>
            <a:r>
              <a:rPr lang="en-IN" sz="2000" b="1" dirty="0" err="1">
                <a:latin typeface="Arial" panose="020B0604020202020204" pitchFamily="34" charset="0"/>
                <a:cs typeface="Arial" panose="020B0604020202020204" pitchFamily="34" charset="0"/>
              </a:rPr>
              <a:t>file.close</a:t>
            </a:r>
            <a:r>
              <a:rPr lang="en-IN" sz="2000" b="1" dirty="0">
                <a:latin typeface="Arial" panose="020B0604020202020204" pitchFamily="34" charset="0"/>
                <a:cs typeface="Arial" panose="020B0604020202020204" pitchFamily="34" charset="0"/>
              </a:rPr>
              <a:t>()</a:t>
            </a:r>
          </a:p>
          <a:p>
            <a:pPr>
              <a:lnSpc>
                <a:spcPct val="150000"/>
              </a:lnSpc>
            </a:pPr>
            <a:r>
              <a:rPr lang="en-IN" sz="2000" b="1" dirty="0">
                <a:latin typeface="Arial" panose="020B0604020202020204" pitchFamily="34" charset="0"/>
                <a:cs typeface="Arial" panose="020B0604020202020204" pitchFamily="34" charset="0"/>
              </a:rPr>
              <a:t>print("Is Closed after closing?", </a:t>
            </a:r>
            <a:r>
              <a:rPr lang="en-IN" sz="2000" b="1" dirty="0" err="1">
                <a:latin typeface="Arial" panose="020B0604020202020204" pitchFamily="34" charset="0"/>
                <a:cs typeface="Arial" panose="020B0604020202020204" pitchFamily="34" charset="0"/>
              </a:rPr>
              <a:t>file.closed</a:t>
            </a:r>
            <a:r>
              <a:rPr lang="en-IN" sz="2000" b="1"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036111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1D917-E5DB-4B29-EF92-D9ED9E6CFC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912265-AEF0-A732-31EE-08CCBCD2BD52}"/>
              </a:ext>
            </a:extLst>
          </p:cNvPr>
          <p:cNvSpPr>
            <a:spLocks noGrp="1"/>
          </p:cNvSpPr>
          <p:nvPr>
            <p:ph type="title"/>
          </p:nvPr>
        </p:nvSpPr>
        <p:spPr/>
        <p:txBody>
          <a:bodyPr/>
          <a:lstStyle/>
          <a:p>
            <a:r>
              <a:rPr lang="en-IN" dirty="0"/>
              <a:t>Classes in Python-Class and OOPS concept</a:t>
            </a:r>
            <a:endParaRPr lang="en-US" dirty="0">
              <a:latin typeface="Frutiger LT Pro 55 Roman" panose="020B0602020204020204"/>
            </a:endParaRPr>
          </a:p>
        </p:txBody>
      </p:sp>
    </p:spTree>
    <p:extLst>
      <p:ext uri="{BB962C8B-B14F-4D97-AF65-F5344CB8AC3E}">
        <p14:creationId xmlns:p14="http://schemas.microsoft.com/office/powerpoint/2010/main" val="25475044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0E09C52-FE3B-755A-9D96-943F844C7708}"/>
              </a:ext>
            </a:extLst>
          </p:cNvPr>
          <p:cNvSpPr>
            <a:spLocks noGrp="1"/>
          </p:cNvSpPr>
          <p:nvPr>
            <p:ph type="body" sz="quarter" idx="13"/>
          </p:nvPr>
        </p:nvSpPr>
        <p:spPr/>
        <p:txBody>
          <a:bodyPr/>
          <a:lstStyle/>
          <a:p>
            <a:endParaRPr lang="en-IN"/>
          </a:p>
        </p:txBody>
      </p:sp>
      <p:sp>
        <p:nvSpPr>
          <p:cNvPr id="3" name="Content Placeholder 2">
            <a:extLst>
              <a:ext uri="{FF2B5EF4-FFF2-40B4-BE49-F238E27FC236}">
                <a16:creationId xmlns:a16="http://schemas.microsoft.com/office/drawing/2014/main" id="{891C8172-1CDF-9F19-02F1-54CAFC2C08FD}"/>
              </a:ext>
            </a:extLst>
          </p:cNvPr>
          <p:cNvSpPr>
            <a:spLocks noGrp="1"/>
          </p:cNvSpPr>
          <p:nvPr>
            <p:ph idx="15"/>
          </p:nvPr>
        </p:nvSpPr>
        <p:spPr>
          <a:xfrm>
            <a:off x="533400" y="1402080"/>
            <a:ext cx="6578600" cy="4771708"/>
          </a:xfrm>
        </p:spPr>
        <p:txBody>
          <a:bodyPr>
            <a:normAutofit/>
          </a:bodyPr>
          <a:lstStyle/>
          <a:p>
            <a:pPr marL="0" indent="0">
              <a:buNone/>
            </a:pPr>
            <a:r>
              <a:rPr lang="en-US" sz="2000" dirty="0">
                <a:latin typeface="Arial" panose="020B0604020202020204" pitchFamily="34" charset="0"/>
                <a:cs typeface="Arial" panose="020B0604020202020204" pitchFamily="34" charset="0"/>
              </a:rPr>
              <a:t>What is a Class?</a:t>
            </a:r>
          </a:p>
          <a:p>
            <a:r>
              <a:rPr lang="en-US" sz="2000" dirty="0">
                <a:latin typeface="Arial" panose="020B0604020202020204" pitchFamily="34" charset="0"/>
                <a:cs typeface="Arial" panose="020B0604020202020204" pitchFamily="34" charset="0"/>
              </a:rPr>
              <a:t>A class is a blueprint for creating objects.</a:t>
            </a:r>
          </a:p>
          <a:p>
            <a:r>
              <a:rPr lang="en-US" sz="2000" dirty="0">
                <a:latin typeface="Arial" panose="020B0604020202020204" pitchFamily="34" charset="0"/>
                <a:cs typeface="Arial" panose="020B0604020202020204" pitchFamily="34" charset="0"/>
              </a:rPr>
              <a:t>It defines attributes (data) and methods (functions) that describe the behavior of the object.</a:t>
            </a:r>
          </a:p>
          <a:p>
            <a:endParaRPr lang="en-US" sz="2000" dirty="0">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rPr>
              <a:t>Why Use Classes?</a:t>
            </a:r>
          </a:p>
          <a:p>
            <a:r>
              <a:rPr lang="en-US" sz="2000" dirty="0">
                <a:latin typeface="Arial" panose="020B0604020202020204" pitchFamily="34" charset="0"/>
                <a:cs typeface="Arial" panose="020B0604020202020204" pitchFamily="34" charset="0"/>
              </a:rPr>
              <a:t>Organize code using Object-Oriented Programming (OOP).</a:t>
            </a:r>
          </a:p>
          <a:p>
            <a:r>
              <a:rPr lang="en-US" sz="2000" dirty="0">
                <a:latin typeface="Arial" panose="020B0604020202020204" pitchFamily="34" charset="0"/>
                <a:cs typeface="Arial" panose="020B0604020202020204" pitchFamily="34" charset="0"/>
              </a:rPr>
              <a:t>Reusability and modularity.</a:t>
            </a:r>
          </a:p>
          <a:p>
            <a:r>
              <a:rPr lang="en-US" sz="2000" dirty="0">
                <a:latin typeface="Arial" panose="020B0604020202020204" pitchFamily="34" charset="0"/>
                <a:cs typeface="Arial" panose="020B0604020202020204" pitchFamily="34" charset="0"/>
              </a:rPr>
              <a:t>Encapsulation of data and behavior.</a:t>
            </a:r>
            <a:endParaRPr lang="en-IN" sz="20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4FCDC7E8-92E9-E37D-1A37-1DCA9CD84ACE}"/>
              </a:ext>
            </a:extLst>
          </p:cNvPr>
          <p:cNvSpPr txBox="1"/>
          <p:nvPr/>
        </p:nvSpPr>
        <p:spPr>
          <a:xfrm>
            <a:off x="7498080" y="1869440"/>
            <a:ext cx="3911600" cy="2554545"/>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Basic Syntax:</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class </a:t>
            </a:r>
            <a:r>
              <a:rPr lang="en-US" sz="2000" dirty="0" err="1">
                <a:latin typeface="Arial" panose="020B0604020202020204" pitchFamily="34" charset="0"/>
                <a:cs typeface="Arial" panose="020B0604020202020204" pitchFamily="34" charset="0"/>
              </a:rPr>
              <a:t>MyClass</a:t>
            </a:r>
            <a:r>
              <a:rPr lang="en-US" sz="2000" dirty="0">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    def __</a:t>
            </a:r>
            <a:r>
              <a:rPr lang="en-US" sz="2000" dirty="0" err="1">
                <a:latin typeface="Arial" panose="020B0604020202020204" pitchFamily="34" charset="0"/>
                <a:cs typeface="Arial" panose="020B0604020202020204" pitchFamily="34" charset="0"/>
              </a:rPr>
              <a:t>init</a:t>
            </a:r>
            <a:r>
              <a:rPr lang="en-US" sz="2000" dirty="0">
                <a:latin typeface="Arial" panose="020B0604020202020204" pitchFamily="34" charset="0"/>
                <a:cs typeface="Arial" panose="020B0604020202020204" pitchFamily="34" charset="0"/>
              </a:rPr>
              <a:t>__(self, name):</a:t>
            </a:r>
          </a:p>
          <a:p>
            <a:r>
              <a:rPr lang="en-US" sz="2000" dirty="0">
                <a:latin typeface="Arial" panose="020B0604020202020204" pitchFamily="34" charset="0"/>
                <a:cs typeface="Arial" panose="020B0604020202020204" pitchFamily="34" charset="0"/>
              </a:rPr>
              <a:t>        self.name = name</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    def greet(self):</a:t>
            </a:r>
          </a:p>
          <a:p>
            <a:r>
              <a:rPr lang="en-US" sz="2000" dirty="0">
                <a:latin typeface="Arial" panose="020B0604020202020204" pitchFamily="34" charset="0"/>
                <a:cs typeface="Arial" panose="020B0604020202020204" pitchFamily="34" charset="0"/>
              </a:rPr>
              <a:t>        print(</a:t>
            </a:r>
            <a:r>
              <a:rPr lang="en-US" sz="2000" dirty="0" err="1">
                <a:latin typeface="Arial" panose="020B0604020202020204" pitchFamily="34" charset="0"/>
                <a:cs typeface="Arial" panose="020B0604020202020204" pitchFamily="34" charset="0"/>
              </a:rPr>
              <a:t>f"Hello</a:t>
            </a:r>
            <a:r>
              <a:rPr lang="en-US" sz="2000" dirty="0">
                <a:latin typeface="Arial" panose="020B0604020202020204" pitchFamily="34" charset="0"/>
                <a:cs typeface="Arial" panose="020B0604020202020204" pitchFamily="34" charset="0"/>
              </a:rPr>
              <a:t>, {self.name}!")</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400009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60909FB-89E6-6071-4830-B3CF017D2BBC}"/>
              </a:ext>
            </a:extLst>
          </p:cNvPr>
          <p:cNvSpPr>
            <a:spLocks noGrp="1"/>
          </p:cNvSpPr>
          <p:nvPr>
            <p:ph type="body" sz="quarter" idx="13"/>
          </p:nvPr>
        </p:nvSpPr>
        <p:spPr/>
        <p:txBody>
          <a:bodyPr/>
          <a:lstStyle/>
          <a:p>
            <a:pPr marL="0" indent="0">
              <a:buNone/>
            </a:pPr>
            <a:r>
              <a:rPr lang="en-US" dirty="0"/>
              <a:t>Working with Objects</a:t>
            </a:r>
            <a:endParaRPr lang="en-IN" dirty="0"/>
          </a:p>
        </p:txBody>
      </p:sp>
      <p:sp>
        <p:nvSpPr>
          <p:cNvPr id="3" name="Content Placeholder 2">
            <a:extLst>
              <a:ext uri="{FF2B5EF4-FFF2-40B4-BE49-F238E27FC236}">
                <a16:creationId xmlns:a16="http://schemas.microsoft.com/office/drawing/2014/main" id="{F8D18A3C-3CA6-C4A8-3D93-806657CA8329}"/>
              </a:ext>
            </a:extLst>
          </p:cNvPr>
          <p:cNvSpPr>
            <a:spLocks noGrp="1"/>
          </p:cNvSpPr>
          <p:nvPr>
            <p:ph idx="15"/>
          </p:nvPr>
        </p:nvSpPr>
        <p:spPr>
          <a:xfrm>
            <a:off x="533400" y="1107440"/>
            <a:ext cx="11125200" cy="5066348"/>
          </a:xfrm>
        </p:spPr>
        <p:txBody>
          <a:bodyPr>
            <a:noAutofit/>
          </a:bodyPr>
          <a:lstStyle/>
          <a:p>
            <a:r>
              <a:rPr lang="en-US" sz="2000" dirty="0">
                <a:latin typeface="Arial" panose="020B0604020202020204" pitchFamily="34" charset="0"/>
                <a:cs typeface="Arial" panose="020B0604020202020204" pitchFamily="34" charset="0"/>
              </a:rPr>
              <a:t>Creating an Object</a:t>
            </a:r>
            <a:r>
              <a:rPr lang="en-US" sz="2000" b="0" dirty="0">
                <a:latin typeface="Arial" panose="020B0604020202020204" pitchFamily="34" charset="0"/>
                <a:cs typeface="Arial" panose="020B0604020202020204" pitchFamily="34" charset="0"/>
              </a:rPr>
              <a:t>:</a:t>
            </a:r>
          </a:p>
          <a:p>
            <a:pPr marL="457200" lvl="1" indent="0">
              <a:buNone/>
            </a:pPr>
            <a:r>
              <a:rPr lang="en-US" sz="2000" b="0" dirty="0">
                <a:latin typeface="Arial" panose="020B0604020202020204" pitchFamily="34" charset="0"/>
                <a:cs typeface="Arial" panose="020B0604020202020204" pitchFamily="34" charset="0"/>
              </a:rPr>
              <a:t>obj = </a:t>
            </a:r>
            <a:r>
              <a:rPr lang="en-US" sz="2000" b="0" dirty="0" err="1">
                <a:latin typeface="Arial" panose="020B0604020202020204" pitchFamily="34" charset="0"/>
                <a:cs typeface="Arial" panose="020B0604020202020204" pitchFamily="34" charset="0"/>
              </a:rPr>
              <a:t>MyClass</a:t>
            </a:r>
            <a:r>
              <a:rPr lang="en-US" sz="2000" b="0" dirty="0">
                <a:latin typeface="Arial" panose="020B0604020202020204" pitchFamily="34" charset="0"/>
                <a:cs typeface="Arial" panose="020B0604020202020204" pitchFamily="34" charset="0"/>
              </a:rPr>
              <a:t>("Bharath")</a:t>
            </a:r>
          </a:p>
          <a:p>
            <a:pPr marL="457200" lvl="1" indent="0">
              <a:buNone/>
            </a:pPr>
            <a:r>
              <a:rPr lang="en-US" sz="2000" b="0" dirty="0" err="1">
                <a:latin typeface="Arial" panose="020B0604020202020204" pitchFamily="34" charset="0"/>
                <a:cs typeface="Arial" panose="020B0604020202020204" pitchFamily="34" charset="0"/>
              </a:rPr>
              <a:t>obj.greet</a:t>
            </a:r>
            <a:r>
              <a:rPr lang="en-US" sz="2000" b="0" dirty="0">
                <a:latin typeface="Arial" panose="020B0604020202020204" pitchFamily="34" charset="0"/>
                <a:cs typeface="Arial" panose="020B0604020202020204" pitchFamily="34" charset="0"/>
              </a:rPr>
              <a:t>()  # Output: Hello, Bharath!</a:t>
            </a:r>
          </a:p>
          <a:p>
            <a:pPr marL="457200" lvl="1" indent="0">
              <a:buNone/>
            </a:pPr>
            <a:endParaRPr lang="en-US" sz="2000" b="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Key Concepts:</a:t>
            </a:r>
          </a:p>
          <a:p>
            <a:pPr lvl="1"/>
            <a:r>
              <a:rPr lang="en-US" sz="2000" b="0" dirty="0">
                <a:latin typeface="Arial" panose="020B0604020202020204" pitchFamily="34" charset="0"/>
                <a:cs typeface="Arial" panose="020B0604020202020204" pitchFamily="34" charset="0"/>
              </a:rPr>
              <a:t>__</a:t>
            </a:r>
            <a:r>
              <a:rPr lang="en-US" sz="2000" b="0" dirty="0" err="1">
                <a:latin typeface="Arial" panose="020B0604020202020204" pitchFamily="34" charset="0"/>
                <a:cs typeface="Arial" panose="020B0604020202020204" pitchFamily="34" charset="0"/>
              </a:rPr>
              <a:t>init</a:t>
            </a:r>
            <a:r>
              <a:rPr lang="en-US" sz="2000" b="0" dirty="0">
                <a:latin typeface="Arial" panose="020B0604020202020204" pitchFamily="34" charset="0"/>
                <a:cs typeface="Arial" panose="020B0604020202020204" pitchFamily="34" charset="0"/>
              </a:rPr>
              <a:t>__: Constructor method, runs when object is created.</a:t>
            </a:r>
          </a:p>
          <a:p>
            <a:pPr lvl="1"/>
            <a:r>
              <a:rPr lang="en-US" sz="2000" b="0" dirty="0">
                <a:latin typeface="Arial" panose="020B0604020202020204" pitchFamily="34" charset="0"/>
                <a:cs typeface="Arial" panose="020B0604020202020204" pitchFamily="34" charset="0"/>
              </a:rPr>
              <a:t>self: Refers to the current instance of the class.</a:t>
            </a:r>
          </a:p>
          <a:p>
            <a:pPr lvl="1"/>
            <a:r>
              <a:rPr lang="en-US" sz="2000" b="0" dirty="0">
                <a:latin typeface="Arial" panose="020B0604020202020204" pitchFamily="34" charset="0"/>
                <a:cs typeface="Arial" panose="020B0604020202020204" pitchFamily="34" charset="0"/>
              </a:rPr>
              <a:t>Methods: Functions defined inside a class.</a:t>
            </a:r>
          </a:p>
          <a:p>
            <a:pPr marL="0" indent="0">
              <a:buNone/>
            </a:pPr>
            <a:endParaRPr lang="en-US" sz="2000" b="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Benefits of OOP in Python:</a:t>
            </a:r>
          </a:p>
          <a:p>
            <a:pPr lvl="1"/>
            <a:r>
              <a:rPr lang="en-US" sz="2000" b="0" dirty="0">
                <a:latin typeface="Arial" panose="020B0604020202020204" pitchFamily="34" charset="0"/>
                <a:cs typeface="Arial" panose="020B0604020202020204" pitchFamily="34" charset="0"/>
              </a:rPr>
              <a:t>Clean and maintainable code.</a:t>
            </a:r>
          </a:p>
          <a:p>
            <a:pPr lvl="1"/>
            <a:r>
              <a:rPr lang="en-US" sz="2000" b="0" dirty="0">
                <a:latin typeface="Arial" panose="020B0604020202020204" pitchFamily="34" charset="0"/>
                <a:cs typeface="Arial" panose="020B0604020202020204" pitchFamily="34" charset="0"/>
              </a:rPr>
              <a:t>Real-world modeling.</a:t>
            </a:r>
          </a:p>
          <a:p>
            <a:pPr lvl="1"/>
            <a:r>
              <a:rPr lang="en-US" sz="2000" b="0" dirty="0">
                <a:latin typeface="Arial" panose="020B0604020202020204" pitchFamily="34" charset="0"/>
                <a:cs typeface="Arial" panose="020B0604020202020204" pitchFamily="34" charset="0"/>
              </a:rPr>
              <a:t>Easier debugging and testing.</a:t>
            </a:r>
            <a:endParaRPr lang="en-IN" sz="2000" b="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20684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3DB2B9B-DFAC-0E48-FC1D-B5B0DA45A3F1}"/>
              </a:ext>
            </a:extLst>
          </p:cNvPr>
          <p:cNvSpPr>
            <a:spLocks noGrp="1"/>
          </p:cNvSpPr>
          <p:nvPr>
            <p:ph type="ctrTitle"/>
          </p:nvPr>
        </p:nvSpPr>
        <p:spPr/>
        <p:txBody>
          <a:bodyPr/>
          <a:lstStyle/>
          <a:p>
            <a:endParaRPr lang="en-US"/>
          </a:p>
        </p:txBody>
      </p:sp>
      <p:sp>
        <p:nvSpPr>
          <p:cNvPr id="6" name="Text Placeholder 5">
            <a:extLst>
              <a:ext uri="{FF2B5EF4-FFF2-40B4-BE49-F238E27FC236}">
                <a16:creationId xmlns:a16="http://schemas.microsoft.com/office/drawing/2014/main" id="{0C2231E3-9529-67C1-4CEA-48C828D42BA3}"/>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3285503349"/>
      </p:ext>
    </p:extLst>
  </p:cSld>
  <p:clrMapOvr>
    <a:masterClrMapping/>
  </p:clrMapOvr>
</p:sld>
</file>

<file path=ppt/theme/theme1.xml><?xml version="1.0" encoding="utf-8"?>
<a:theme xmlns:a="http://schemas.openxmlformats.org/drawingml/2006/main" name="Office Theme">
  <a:themeElements>
    <a:clrScheme name="LM">
      <a:dk1>
        <a:srgbClr val="595959"/>
      </a:dk1>
      <a:lt1>
        <a:srgbClr val="FFFFFF"/>
      </a:lt1>
      <a:dk2>
        <a:srgbClr val="000000"/>
      </a:dk2>
      <a:lt2>
        <a:srgbClr val="FFFFFF"/>
      </a:lt2>
      <a:accent1>
        <a:srgbClr val="BCD9F3"/>
      </a:accent1>
      <a:accent2>
        <a:srgbClr val="97C4EC"/>
      </a:accent2>
      <a:accent3>
        <a:srgbClr val="60A5E2"/>
      </a:accent3>
      <a:accent4>
        <a:srgbClr val="EF7C00"/>
      </a:accent4>
      <a:accent5>
        <a:srgbClr val="C8CA05"/>
      </a:accent5>
      <a:accent6>
        <a:srgbClr val="33682B"/>
      </a:accent6>
      <a:hlink>
        <a:srgbClr val="64B3E3"/>
      </a:hlink>
      <a:folHlink>
        <a:srgbClr val="004683"/>
      </a:folHlink>
    </a:clrScheme>
    <a:fontScheme name="Frutiger">
      <a:majorFont>
        <a:latin typeface="Frutiger 45 bold"/>
        <a:ea typeface=""/>
        <a:cs typeface=""/>
      </a:majorFont>
      <a:minorFont>
        <a:latin typeface="Frutiger 45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sFor_Spectra.potx" id="{D243AE31-2911-4724-A6B0-9DF4D975FB8C}" vid="{DF7EB32A-31C2-4AB8-91DF-BF0AD935DC3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EE668FDB297BA418F5A6539855E71B7" ma:contentTypeVersion="3" ma:contentTypeDescription="Create a new document." ma:contentTypeScope="" ma:versionID="4294c225a3417baf4b70885d580e1778">
  <xsd:schema xmlns:xsd="http://www.w3.org/2001/XMLSchema" xmlns:xs="http://www.w3.org/2001/XMLSchema" xmlns:p="http://schemas.microsoft.com/office/2006/metadata/properties" xmlns:ns2="88563cb8-e9e3-40d4-951f-126d0c29510d" xmlns:ns3="dc0ddbac-d92f-4135-ae82-46af643a22eb" targetNamespace="http://schemas.microsoft.com/office/2006/metadata/properties" ma:root="true" ma:fieldsID="4f00704ce9a2416b2cdaa5d136de8e77" ns2:_="" ns3:_="">
    <xsd:import namespace="88563cb8-e9e3-40d4-951f-126d0c29510d"/>
    <xsd:import namespace="dc0ddbac-d92f-4135-ae82-46af643a22eb"/>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563cb8-e9e3-40d4-951f-126d0c29510d"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dc0ddbac-d92f-4135-ae82-46af643a22e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_dlc_DocId xmlns="88563cb8-e9e3-40d4-951f-126d0c29510d">QUMXH5H4ZXKS-875811578-11</_dlc_DocId>
    <_dlc_DocIdUrl xmlns="88563cb8-e9e3-40d4-951f-126d0c29510d">
      <Url>https://mindtreeonline.sharepoint.com/sites/LTIMindtree-Corporate-Templates/_layouts/15/DocIdRedir.aspx?ID=QUMXH5H4ZXKS-875811578-11</Url>
      <Description>QUMXH5H4ZXKS-875811578-11</Description>
    </_dlc_DocIdUrl>
  </documentManagement>
</p:properties>
</file>

<file path=customXml/itemProps1.xml><?xml version="1.0" encoding="utf-8"?>
<ds:datastoreItem xmlns:ds="http://schemas.openxmlformats.org/officeDocument/2006/customXml" ds:itemID="{BACBCD0B-8E49-473F-9B37-931C1D238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8563cb8-e9e3-40d4-951f-126d0c29510d"/>
    <ds:schemaRef ds:uri="dc0ddbac-d92f-4135-ae82-46af643a22e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C474493-4661-4534-A819-8424B96FDD6F}">
  <ds:schemaRefs>
    <ds:schemaRef ds:uri="http://schemas.microsoft.com/sharepoint/events"/>
  </ds:schemaRefs>
</ds:datastoreItem>
</file>

<file path=customXml/itemProps3.xml><?xml version="1.0" encoding="utf-8"?>
<ds:datastoreItem xmlns:ds="http://schemas.openxmlformats.org/officeDocument/2006/customXml" ds:itemID="{3998B09E-68DE-4B62-A34E-BB5B738ECC36}">
  <ds:schemaRefs>
    <ds:schemaRef ds:uri="http://schemas.microsoft.com/sharepoint/v3/contenttype/forms"/>
  </ds:schemaRefs>
</ds:datastoreItem>
</file>

<file path=customXml/itemProps4.xml><?xml version="1.0" encoding="utf-8"?>
<ds:datastoreItem xmlns:ds="http://schemas.openxmlformats.org/officeDocument/2006/customXml" ds:itemID="{4C55CB52-33A3-4B47-8C1D-0EE24875E3DC}">
  <ds:schemaRefs>
    <ds:schemaRef ds:uri="http://schemas.microsoft.com/office/2006/metadata/properties"/>
    <ds:schemaRef ds:uri="http://schemas.microsoft.com/office/infopath/2007/PartnerControls"/>
    <ds:schemaRef ds:uri="88563cb8-e9e3-40d4-951f-126d0c29510d"/>
  </ds:schemaRefs>
</ds:datastoreItem>
</file>

<file path=docProps/app.xml><?xml version="1.0" encoding="utf-8"?>
<Properties xmlns="http://schemas.openxmlformats.org/officeDocument/2006/extended-properties" xmlns:vt="http://schemas.openxmlformats.org/officeDocument/2006/docPropsVTypes">
  <Template/>
  <TotalTime>1741</TotalTime>
  <Words>2784</Words>
  <Application>Microsoft Office PowerPoint</Application>
  <PresentationFormat>Widescreen</PresentationFormat>
  <Paragraphs>417</Paragraphs>
  <Slides>36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36</vt:i4>
      </vt:variant>
    </vt:vector>
  </HeadingPairs>
  <TitlesOfParts>
    <vt:vector size="46" baseType="lpstr">
      <vt:lpstr>Arial</vt:lpstr>
      <vt:lpstr>Calibri</vt:lpstr>
      <vt:lpstr>Courier New</vt:lpstr>
      <vt:lpstr>Frutiger 45 bold</vt:lpstr>
      <vt:lpstr>Frutiger 45 Light</vt:lpstr>
      <vt:lpstr>Frutiger LT Pro 45 Light</vt:lpstr>
      <vt:lpstr>Frutiger LT Pro 55 Roman</vt:lpstr>
      <vt:lpstr>Symbol</vt:lpstr>
      <vt:lpstr>Wingdings</vt:lpstr>
      <vt:lpstr>Office Theme</vt:lpstr>
      <vt:lpstr>Divider Slide</vt:lpstr>
      <vt:lpstr>What,Why &amp; How to use Python</vt:lpstr>
      <vt:lpstr>PowerPoint Presentation</vt:lpstr>
      <vt:lpstr>PowerPoint Presentation</vt:lpstr>
      <vt:lpstr>PowerPoint Presentation</vt:lpstr>
      <vt:lpstr>Basics of Python Indentation</vt:lpstr>
      <vt:lpstr>PowerPoint Presentation</vt:lpstr>
      <vt:lpstr>PowerPoint Presentation</vt:lpstr>
      <vt:lpstr>PowerPoint Presentation</vt:lpstr>
      <vt:lpstr>PowerPoint Presentation</vt:lpstr>
      <vt:lpstr>Basics of Python Comment</vt:lpstr>
      <vt:lpstr>PowerPoint Presentation</vt:lpstr>
      <vt:lpstr>PowerPoint Presentation</vt:lpstr>
      <vt:lpstr>PowerPoint Presentation</vt:lpstr>
      <vt:lpstr>Basics of Python-String values</vt:lpstr>
      <vt:lpstr>PowerPoint Presentation</vt:lpstr>
      <vt:lpstr>PowerPoint Presentation</vt:lpstr>
      <vt:lpstr>PowerPoint Presentation</vt:lpstr>
      <vt:lpstr>Introduction to data structure</vt:lpstr>
      <vt:lpstr>PowerPoint Presentation</vt:lpstr>
      <vt:lpstr>Data structure - List</vt:lpstr>
      <vt:lpstr>PowerPoint Presentation</vt:lpstr>
      <vt:lpstr>PowerPoint Presentation</vt:lpstr>
      <vt:lpstr>Data structure - Tuple</vt:lpstr>
      <vt:lpstr>PowerPoint Presentation</vt:lpstr>
      <vt:lpstr>PowerPoint Presentation</vt:lpstr>
      <vt:lpstr>PowerPoint Presentation</vt:lpstr>
      <vt:lpstr>Input/Output – Read Files and access method</vt:lpstr>
      <vt:lpstr>PowerPoint Presentation</vt:lpstr>
      <vt:lpstr>PowerPoint Presentation</vt:lpstr>
      <vt:lpstr>PowerPoint Presentation</vt:lpstr>
      <vt:lpstr>PowerPoint Presentation</vt:lpstr>
      <vt:lpstr>Classes in Python-Class and OOPS concept</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LTIMindtree PowerPoint Template_Download Source Sans Pro Font</dc:title>
  <dc:creator>Payal Gahlot</dc:creator>
  <cp:lastModifiedBy>Bharath Kumar N (IN43180)</cp:lastModifiedBy>
  <cp:revision>88</cp:revision>
  <dcterms:created xsi:type="dcterms:W3CDTF">2022-10-14T05:48:11Z</dcterms:created>
  <dcterms:modified xsi:type="dcterms:W3CDTF">2025-10-06T03:39:24Z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0x0101001EE668FDB297BA418F5A6539855E71B7</vt:lpwstr>
  </property>
  <property fmtid="{D5CDD505-2E9C-101B-9397-08002B2CF9AE}" pid="3" name="_dlc_DocIdItemGuid">
    <vt:lpwstr>36da67c7-b504-4aea-865b-0e87cedc899d</vt:lpwstr>
  </property>
</Properties>
</file>